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430" r:id="rId2"/>
    <p:sldId id="431" r:id="rId3"/>
    <p:sldId id="432" r:id="rId4"/>
    <p:sldId id="433" r:id="rId5"/>
    <p:sldId id="438" r:id="rId6"/>
    <p:sldId id="439" r:id="rId7"/>
    <p:sldId id="440" r:id="rId8"/>
    <p:sldId id="441" r:id="rId9"/>
    <p:sldId id="442" r:id="rId10"/>
    <p:sldId id="444" r:id="rId11"/>
    <p:sldId id="448" r:id="rId12"/>
    <p:sldId id="445" r:id="rId13"/>
    <p:sldId id="446" r:id="rId14"/>
    <p:sldId id="447" r:id="rId15"/>
    <p:sldId id="453" r:id="rId16"/>
    <p:sldId id="449" r:id="rId17"/>
    <p:sldId id="450" r:id="rId18"/>
    <p:sldId id="454" r:id="rId19"/>
    <p:sldId id="455" r:id="rId20"/>
    <p:sldId id="456" r:id="rId21"/>
    <p:sldId id="451" r:id="rId22"/>
    <p:sldId id="452" r:id="rId23"/>
    <p:sldId id="457" r:id="rId24"/>
    <p:sldId id="458" r:id="rId25"/>
    <p:sldId id="459" r:id="rId26"/>
    <p:sldId id="43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0B3B873-84EB-453B-B57D-B0E4870FD640}">
          <p14:sldIdLst>
            <p14:sldId id="430"/>
            <p14:sldId id="431"/>
            <p14:sldId id="432"/>
            <p14:sldId id="433"/>
            <p14:sldId id="438"/>
            <p14:sldId id="439"/>
            <p14:sldId id="440"/>
            <p14:sldId id="441"/>
            <p14:sldId id="442"/>
            <p14:sldId id="444"/>
            <p14:sldId id="448"/>
            <p14:sldId id="445"/>
            <p14:sldId id="446"/>
            <p14:sldId id="447"/>
            <p14:sldId id="453"/>
            <p14:sldId id="449"/>
            <p14:sldId id="450"/>
            <p14:sldId id="454"/>
            <p14:sldId id="455"/>
            <p14:sldId id="456"/>
            <p14:sldId id="451"/>
            <p14:sldId id="452"/>
            <p14:sldId id="457"/>
            <p14:sldId id="458"/>
            <p14:sldId id="459"/>
            <p14:sldId id="4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0"/>
    <a:srgbClr val="0032A0"/>
    <a:srgbClr val="0131FF"/>
    <a:srgbClr val="339966"/>
    <a:srgbClr val="002060"/>
    <a:srgbClr val="000000"/>
    <a:srgbClr val="FF0000"/>
    <a:srgbClr val="00B05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6F054-1CE9-4D49-BB9B-20431F6332F5}" v="1080" dt="2024-08-21T09:33:15.789"/>
    <p1510:client id="{987157AD-33C7-46B0-81B2-2D61D0B2A1AB}" v="12" dt="2024-08-21T09:40:58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86" autoAdjust="0"/>
    <p:restoredTop sz="96812" autoAdjust="0"/>
  </p:normalViewPr>
  <p:slideViewPr>
    <p:cSldViewPr snapToGrid="0">
      <p:cViewPr>
        <p:scale>
          <a:sx n="110" d="100"/>
          <a:sy n="110" d="100"/>
        </p:scale>
        <p:origin x="84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54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rsi Prebibaj" userId="+GYLHarxZ+dPTLHn7NL7dVppsqJUwCwiKXJTVYlMKO0=" providerId="None" clId="Web-{80E8E87A-893A-49A0-98DB-EF7548DDA70A}"/>
    <pc:docChg chg="modSld">
      <pc:chgData name="Tirsi Prebibaj" userId="+GYLHarxZ+dPTLHn7NL7dVppsqJUwCwiKXJTVYlMKO0=" providerId="None" clId="Web-{80E8E87A-893A-49A0-98DB-EF7548DDA70A}" dt="2024-08-08T07:33:41.227" v="41"/>
      <pc:docMkLst>
        <pc:docMk/>
      </pc:docMkLst>
      <pc:sldChg chg="modNotes">
        <pc:chgData name="Tirsi Prebibaj" userId="+GYLHarxZ+dPTLHn7NL7dVppsqJUwCwiKXJTVYlMKO0=" providerId="None" clId="Web-{80E8E87A-893A-49A0-98DB-EF7548DDA70A}" dt="2024-08-08T07:33:41.227" v="41"/>
        <pc:sldMkLst>
          <pc:docMk/>
          <pc:sldMk cId="1170239364" sldId="374"/>
        </pc:sldMkLst>
      </pc:sldChg>
    </pc:docChg>
  </pc:docChgLst>
  <pc:docChgLst>
    <pc:chgData name="Tirsi Prebibaj" clId="Web-{8A4924A7-D5DE-403C-ACE4-8881866B423D}"/>
    <pc:docChg chg="modSld">
      <pc:chgData name="Tirsi Prebibaj" userId="" providerId="" clId="Web-{8A4924A7-D5DE-403C-ACE4-8881866B423D}" dt="2024-03-25T13:57:21.533" v="1" actId="20577"/>
      <pc:docMkLst>
        <pc:docMk/>
      </pc:docMkLst>
      <pc:sldChg chg="modSp">
        <pc:chgData name="Tirsi Prebibaj" userId="" providerId="" clId="Web-{8A4924A7-D5DE-403C-ACE4-8881866B423D}" dt="2024-03-25T13:57:21.533" v="1" actId="20577"/>
        <pc:sldMkLst>
          <pc:docMk/>
          <pc:sldMk cId="421842917" sldId="390"/>
        </pc:sldMkLst>
        <pc:spChg chg="mod">
          <ac:chgData name="Tirsi Prebibaj" userId="" providerId="" clId="Web-{8A4924A7-D5DE-403C-ACE4-8881866B423D}" dt="2024-03-25T13:57:21.533" v="1" actId="20577"/>
          <ac:spMkLst>
            <pc:docMk/>
            <pc:sldMk cId="421842917" sldId="390"/>
            <ac:spMk id="22" creationId="{B3CE1177-692D-2E4C-21D9-3F5B67EF5960}"/>
          </ac:spMkLst>
        </pc:spChg>
      </pc:sldChg>
    </pc:docChg>
  </pc:docChgLst>
  <pc:docChgLst>
    <pc:chgData name="Tirsi Prebibaj" clId="Web-{7BDD562A-DB9A-41CA-AE77-2D1190359A1E}"/>
    <pc:docChg chg="modSld">
      <pc:chgData name="Tirsi Prebibaj" userId="" providerId="" clId="Web-{7BDD562A-DB9A-41CA-AE77-2D1190359A1E}" dt="2024-03-25T13:42:17.204" v="65" actId="20577"/>
      <pc:docMkLst>
        <pc:docMk/>
      </pc:docMkLst>
      <pc:sldChg chg="modSp modAnim">
        <pc:chgData name="Tirsi Prebibaj" userId="" providerId="" clId="Web-{7BDD562A-DB9A-41CA-AE77-2D1190359A1E}" dt="2024-03-25T13:42:17.204" v="65" actId="20577"/>
        <pc:sldMkLst>
          <pc:docMk/>
          <pc:sldMk cId="421842917" sldId="390"/>
        </pc:sldMkLst>
        <pc:spChg chg="mod">
          <ac:chgData name="Tirsi Prebibaj" userId="" providerId="" clId="Web-{7BDD562A-DB9A-41CA-AE77-2D1190359A1E}" dt="2024-03-25T13:42:17.204" v="65" actId="20577"/>
          <ac:spMkLst>
            <pc:docMk/>
            <pc:sldMk cId="421842917" sldId="390"/>
            <ac:spMk id="22" creationId="{B3CE1177-692D-2E4C-21D9-3F5B67EF5960}"/>
          </ac:spMkLst>
        </pc:spChg>
      </pc:sldChg>
    </pc:docChg>
  </pc:docChgLst>
  <pc:docChgLst>
    <pc:chgData name="Tirsi Prebibaj" clId="Web-{D5241283-6592-4B8B-BF98-B1D429B667D2}"/>
    <pc:docChg chg="addSld delSld modSld sldOrd modSection">
      <pc:chgData name="Tirsi Prebibaj" userId="" providerId="" clId="Web-{D5241283-6592-4B8B-BF98-B1D429B667D2}" dt="2023-11-16T08:51:10.716" v="150"/>
      <pc:docMkLst>
        <pc:docMk/>
      </pc:docMkLst>
      <pc:sldChg chg="addSp delSp modSp">
        <pc:chgData name="Tirsi Prebibaj" userId="" providerId="" clId="Web-{D5241283-6592-4B8B-BF98-B1D429B667D2}" dt="2023-11-16T08:51:10.716" v="150"/>
        <pc:sldMkLst>
          <pc:docMk/>
          <pc:sldMk cId="2326748203" sldId="256"/>
        </pc:sldMkLst>
        <pc:spChg chg="mod">
          <ac:chgData name="Tirsi Prebibaj" userId="" providerId="" clId="Web-{D5241283-6592-4B8B-BF98-B1D429B667D2}" dt="2023-11-16T08:48:58.352" v="139" actId="20577"/>
          <ac:spMkLst>
            <pc:docMk/>
            <pc:sldMk cId="2326748203" sldId="256"/>
            <ac:spMk id="3" creationId="{ACB1D86C-EDFE-444E-AC1B-E649071D8513}"/>
          </ac:spMkLst>
        </pc:spChg>
        <pc:spChg chg="add del mod">
          <ac:chgData name="Tirsi Prebibaj" userId="" providerId="" clId="Web-{D5241283-6592-4B8B-BF98-B1D429B667D2}" dt="2023-11-16T08:51:10.716" v="150"/>
          <ac:spMkLst>
            <pc:docMk/>
            <pc:sldMk cId="2326748203" sldId="256"/>
            <ac:spMk id="4" creationId="{5035FB5B-8447-6A46-113D-6EFC1C0579DD}"/>
          </ac:spMkLst>
        </pc:spChg>
      </pc:sldChg>
      <pc:sldChg chg="del">
        <pc:chgData name="Tirsi Prebibaj" userId="" providerId="" clId="Web-{D5241283-6592-4B8B-BF98-B1D429B667D2}" dt="2023-11-16T08:42:42.869" v="34"/>
        <pc:sldMkLst>
          <pc:docMk/>
          <pc:sldMk cId="3061900725" sldId="262"/>
        </pc:sldMkLst>
      </pc:sldChg>
      <pc:sldChg chg="del">
        <pc:chgData name="Tirsi Prebibaj" userId="" providerId="" clId="Web-{D5241283-6592-4B8B-BF98-B1D429B667D2}" dt="2023-11-16T08:42:38.525" v="32"/>
        <pc:sldMkLst>
          <pc:docMk/>
          <pc:sldMk cId="778361400" sldId="264"/>
        </pc:sldMkLst>
      </pc:sldChg>
      <pc:sldChg chg="del">
        <pc:chgData name="Tirsi Prebibaj" userId="" providerId="" clId="Web-{D5241283-6592-4B8B-BF98-B1D429B667D2}" dt="2023-11-16T08:42:41.494" v="33"/>
        <pc:sldMkLst>
          <pc:docMk/>
          <pc:sldMk cId="2703816105" sldId="265"/>
        </pc:sldMkLst>
      </pc:sldChg>
      <pc:sldChg chg="del">
        <pc:chgData name="Tirsi Prebibaj" userId="" providerId="" clId="Web-{D5241283-6592-4B8B-BF98-B1D429B667D2}" dt="2023-11-16T08:42:32.213" v="24"/>
        <pc:sldMkLst>
          <pc:docMk/>
          <pc:sldMk cId="1042584514" sldId="266"/>
        </pc:sldMkLst>
      </pc:sldChg>
      <pc:sldChg chg="del">
        <pc:chgData name="Tirsi Prebibaj" userId="" providerId="" clId="Web-{D5241283-6592-4B8B-BF98-B1D429B667D2}" dt="2023-11-16T08:42:46.104" v="37"/>
        <pc:sldMkLst>
          <pc:docMk/>
          <pc:sldMk cId="2632789084" sldId="267"/>
        </pc:sldMkLst>
      </pc:sldChg>
      <pc:sldChg chg="del">
        <pc:chgData name="Tirsi Prebibaj" userId="" providerId="" clId="Web-{D5241283-6592-4B8B-BF98-B1D429B667D2}" dt="2023-11-16T08:42:44.901" v="36"/>
        <pc:sldMkLst>
          <pc:docMk/>
          <pc:sldMk cId="967192787" sldId="270"/>
        </pc:sldMkLst>
      </pc:sldChg>
      <pc:sldChg chg="del">
        <pc:chgData name="Tirsi Prebibaj" userId="" providerId="" clId="Web-{D5241283-6592-4B8B-BF98-B1D429B667D2}" dt="2023-11-16T08:41:58.258" v="4"/>
        <pc:sldMkLst>
          <pc:docMk/>
          <pc:sldMk cId="2420122906" sldId="276"/>
        </pc:sldMkLst>
      </pc:sldChg>
      <pc:sldChg chg="del">
        <pc:chgData name="Tirsi Prebibaj" userId="" providerId="" clId="Web-{D5241283-6592-4B8B-BF98-B1D429B667D2}" dt="2023-11-16T08:42:37.463" v="31"/>
        <pc:sldMkLst>
          <pc:docMk/>
          <pc:sldMk cId="2607769529" sldId="279"/>
        </pc:sldMkLst>
      </pc:sldChg>
      <pc:sldChg chg="del">
        <pc:chgData name="Tirsi Prebibaj" userId="" providerId="" clId="Web-{D5241283-6592-4B8B-BF98-B1D429B667D2}" dt="2023-11-16T08:42:36.744" v="30"/>
        <pc:sldMkLst>
          <pc:docMk/>
          <pc:sldMk cId="1128572176" sldId="280"/>
        </pc:sldMkLst>
      </pc:sldChg>
      <pc:sldChg chg="del">
        <pc:chgData name="Tirsi Prebibaj" userId="" providerId="" clId="Web-{D5241283-6592-4B8B-BF98-B1D429B667D2}" dt="2023-11-16T08:42:44.154" v="35"/>
        <pc:sldMkLst>
          <pc:docMk/>
          <pc:sldMk cId="295229169" sldId="281"/>
        </pc:sldMkLst>
      </pc:sldChg>
      <pc:sldChg chg="del">
        <pc:chgData name="Tirsi Prebibaj" userId="" providerId="" clId="Web-{D5241283-6592-4B8B-BF98-B1D429B667D2}" dt="2023-11-16T08:41:55.446" v="1"/>
        <pc:sldMkLst>
          <pc:docMk/>
          <pc:sldMk cId="1326343397" sldId="282"/>
        </pc:sldMkLst>
      </pc:sldChg>
      <pc:sldChg chg="del">
        <pc:chgData name="Tirsi Prebibaj" userId="" providerId="" clId="Web-{D5241283-6592-4B8B-BF98-B1D429B667D2}" dt="2023-11-16T08:41:56.290" v="2"/>
        <pc:sldMkLst>
          <pc:docMk/>
          <pc:sldMk cId="2659025222" sldId="284"/>
        </pc:sldMkLst>
      </pc:sldChg>
      <pc:sldChg chg="del">
        <pc:chgData name="Tirsi Prebibaj" userId="" providerId="" clId="Web-{D5241283-6592-4B8B-BF98-B1D429B667D2}" dt="2023-11-16T08:42:35.275" v="28"/>
        <pc:sldMkLst>
          <pc:docMk/>
          <pc:sldMk cId="2116585614" sldId="285"/>
        </pc:sldMkLst>
      </pc:sldChg>
      <pc:sldChg chg="del">
        <pc:chgData name="Tirsi Prebibaj" userId="" providerId="" clId="Web-{D5241283-6592-4B8B-BF98-B1D429B667D2}" dt="2023-11-16T08:42:35.900" v="29"/>
        <pc:sldMkLst>
          <pc:docMk/>
          <pc:sldMk cId="1186659949" sldId="288"/>
        </pc:sldMkLst>
      </pc:sldChg>
      <pc:sldChg chg="del">
        <pc:chgData name="Tirsi Prebibaj" userId="" providerId="" clId="Web-{D5241283-6592-4B8B-BF98-B1D429B667D2}" dt="2023-11-16T08:41:57.040" v="3"/>
        <pc:sldMkLst>
          <pc:docMk/>
          <pc:sldMk cId="635452904" sldId="289"/>
        </pc:sldMkLst>
      </pc:sldChg>
      <pc:sldChg chg="modSp">
        <pc:chgData name="Tirsi Prebibaj" userId="" providerId="" clId="Web-{D5241283-6592-4B8B-BF98-B1D429B667D2}" dt="2023-11-16T08:43:41.996" v="53" actId="20577"/>
        <pc:sldMkLst>
          <pc:docMk/>
          <pc:sldMk cId="565007588" sldId="292"/>
        </pc:sldMkLst>
        <pc:spChg chg="mod">
          <ac:chgData name="Tirsi Prebibaj" userId="" providerId="" clId="Web-{D5241283-6592-4B8B-BF98-B1D429B667D2}" dt="2023-11-16T08:43:41.996" v="53" actId="20577"/>
          <ac:spMkLst>
            <pc:docMk/>
            <pc:sldMk cId="565007588" sldId="292"/>
            <ac:spMk id="2" creationId="{9D6BE298-9D10-8777-E4CC-A0F2A5863D0B}"/>
          </ac:spMkLst>
        </pc:spChg>
      </pc:sldChg>
      <pc:sldChg chg="del">
        <pc:chgData name="Tirsi Prebibaj" userId="" providerId="" clId="Web-{D5241283-6592-4B8B-BF98-B1D429B667D2}" dt="2023-11-16T08:42:04.774" v="6"/>
        <pc:sldMkLst>
          <pc:docMk/>
          <pc:sldMk cId="368134935" sldId="294"/>
        </pc:sldMkLst>
      </pc:sldChg>
      <pc:sldChg chg="del">
        <pc:chgData name="Tirsi Prebibaj" userId="" providerId="" clId="Web-{D5241283-6592-4B8B-BF98-B1D429B667D2}" dt="2023-11-16T08:42:08.993" v="10"/>
        <pc:sldMkLst>
          <pc:docMk/>
          <pc:sldMk cId="4110637093" sldId="295"/>
        </pc:sldMkLst>
      </pc:sldChg>
      <pc:sldChg chg="del">
        <pc:chgData name="Tirsi Prebibaj" userId="" providerId="" clId="Web-{D5241283-6592-4B8B-BF98-B1D429B667D2}" dt="2023-11-16T08:42:10.399" v="11"/>
        <pc:sldMkLst>
          <pc:docMk/>
          <pc:sldMk cId="760938132" sldId="296"/>
        </pc:sldMkLst>
      </pc:sldChg>
      <pc:sldChg chg="del">
        <pc:chgData name="Tirsi Prebibaj" userId="" providerId="" clId="Web-{D5241283-6592-4B8B-BF98-B1D429B667D2}" dt="2023-11-16T08:42:05.884" v="8"/>
        <pc:sldMkLst>
          <pc:docMk/>
          <pc:sldMk cId="3832490965" sldId="297"/>
        </pc:sldMkLst>
      </pc:sldChg>
      <pc:sldChg chg="del">
        <pc:chgData name="Tirsi Prebibaj" userId="" providerId="" clId="Web-{D5241283-6592-4B8B-BF98-B1D429B667D2}" dt="2023-11-16T08:42:07.946" v="9"/>
        <pc:sldMkLst>
          <pc:docMk/>
          <pc:sldMk cId="600870804" sldId="299"/>
        </pc:sldMkLst>
      </pc:sldChg>
      <pc:sldChg chg="del">
        <pc:chgData name="Tirsi Prebibaj" userId="" providerId="" clId="Web-{D5241283-6592-4B8B-BF98-B1D429B667D2}" dt="2023-11-16T08:42:11.806" v="12"/>
        <pc:sldMkLst>
          <pc:docMk/>
          <pc:sldMk cId="3484068368" sldId="300"/>
        </pc:sldMkLst>
      </pc:sldChg>
      <pc:sldChg chg="del">
        <pc:chgData name="Tirsi Prebibaj" userId="" providerId="" clId="Web-{D5241283-6592-4B8B-BF98-B1D429B667D2}" dt="2023-11-16T08:42:15.493" v="14"/>
        <pc:sldMkLst>
          <pc:docMk/>
          <pc:sldMk cId="58394464" sldId="301"/>
        </pc:sldMkLst>
      </pc:sldChg>
      <pc:sldChg chg="del">
        <pc:chgData name="Tirsi Prebibaj" userId="" providerId="" clId="Web-{D5241283-6592-4B8B-BF98-B1D429B667D2}" dt="2023-11-16T08:42:16.322" v="15"/>
        <pc:sldMkLst>
          <pc:docMk/>
          <pc:sldMk cId="2878070763" sldId="302"/>
        </pc:sldMkLst>
      </pc:sldChg>
      <pc:sldChg chg="del">
        <pc:chgData name="Tirsi Prebibaj" userId="" providerId="" clId="Web-{D5241283-6592-4B8B-BF98-B1D429B667D2}" dt="2023-11-16T08:42:17.478" v="16"/>
        <pc:sldMkLst>
          <pc:docMk/>
          <pc:sldMk cId="1709226014" sldId="303"/>
        </pc:sldMkLst>
      </pc:sldChg>
      <pc:sldChg chg="modSp">
        <pc:chgData name="Tirsi Prebibaj" userId="" providerId="" clId="Web-{D5241283-6592-4B8B-BF98-B1D429B667D2}" dt="2023-11-16T08:43:52.216" v="60" actId="20577"/>
        <pc:sldMkLst>
          <pc:docMk/>
          <pc:sldMk cId="1414841034" sldId="306"/>
        </pc:sldMkLst>
        <pc:spChg chg="mod">
          <ac:chgData name="Tirsi Prebibaj" userId="" providerId="" clId="Web-{D5241283-6592-4B8B-BF98-B1D429B667D2}" dt="2023-11-16T08:43:52.216" v="60" actId="20577"/>
          <ac:spMkLst>
            <pc:docMk/>
            <pc:sldMk cId="1414841034" sldId="306"/>
            <ac:spMk id="2" creationId="{DE6E4E9B-8BC6-9362-3E86-1F85F907A794}"/>
          </ac:spMkLst>
        </pc:spChg>
      </pc:sldChg>
      <pc:sldChg chg="del">
        <pc:chgData name="Tirsi Prebibaj" userId="" providerId="" clId="Web-{D5241283-6592-4B8B-BF98-B1D429B667D2}" dt="2023-11-16T08:42:30.213" v="22"/>
        <pc:sldMkLst>
          <pc:docMk/>
          <pc:sldMk cId="2599875288" sldId="307"/>
        </pc:sldMkLst>
      </pc:sldChg>
      <pc:sldChg chg="del">
        <pc:chgData name="Tirsi Prebibaj" userId="" providerId="" clId="Web-{D5241283-6592-4B8B-BF98-B1D429B667D2}" dt="2023-11-16T08:42:05.462" v="7"/>
        <pc:sldMkLst>
          <pc:docMk/>
          <pc:sldMk cId="1213376842" sldId="308"/>
        </pc:sldMkLst>
      </pc:sldChg>
      <pc:sldChg chg="del">
        <pc:chgData name="Tirsi Prebibaj" userId="" providerId="" clId="Web-{D5241283-6592-4B8B-BF98-B1D429B667D2}" dt="2023-11-16T08:42:20.197" v="18"/>
        <pc:sldMkLst>
          <pc:docMk/>
          <pc:sldMk cId="2847891554" sldId="309"/>
        </pc:sldMkLst>
      </pc:sldChg>
      <pc:sldChg chg="del">
        <pc:chgData name="Tirsi Prebibaj" userId="" providerId="" clId="Web-{D5241283-6592-4B8B-BF98-B1D429B667D2}" dt="2023-11-16T08:42:23.228" v="19"/>
        <pc:sldMkLst>
          <pc:docMk/>
          <pc:sldMk cId="255658758" sldId="310"/>
        </pc:sldMkLst>
      </pc:sldChg>
      <pc:sldChg chg="del">
        <pc:chgData name="Tirsi Prebibaj" userId="" providerId="" clId="Web-{D5241283-6592-4B8B-BF98-B1D429B667D2}" dt="2023-11-16T08:42:14.743" v="13"/>
        <pc:sldMkLst>
          <pc:docMk/>
          <pc:sldMk cId="807058902" sldId="311"/>
        </pc:sldMkLst>
      </pc:sldChg>
      <pc:sldChg chg="del">
        <pc:chgData name="Tirsi Prebibaj" userId="" providerId="" clId="Web-{D5241283-6592-4B8B-BF98-B1D429B667D2}" dt="2023-11-16T08:42:26.228" v="20"/>
        <pc:sldMkLst>
          <pc:docMk/>
          <pc:sldMk cId="1143628832" sldId="312"/>
        </pc:sldMkLst>
      </pc:sldChg>
      <pc:sldChg chg="del">
        <pc:chgData name="Tirsi Prebibaj" userId="" providerId="" clId="Web-{D5241283-6592-4B8B-BF98-B1D429B667D2}" dt="2023-11-16T08:42:31.353" v="23"/>
        <pc:sldMkLst>
          <pc:docMk/>
          <pc:sldMk cId="2551637945" sldId="313"/>
        </pc:sldMkLst>
      </pc:sldChg>
      <pc:sldChg chg="modSp ord">
        <pc:chgData name="Tirsi Prebibaj" userId="" providerId="" clId="Web-{D5241283-6592-4B8B-BF98-B1D429B667D2}" dt="2023-11-16T08:43:27.606" v="46" actId="20577"/>
        <pc:sldMkLst>
          <pc:docMk/>
          <pc:sldMk cId="2909933829" sldId="314"/>
        </pc:sldMkLst>
        <pc:spChg chg="mod">
          <ac:chgData name="Tirsi Prebibaj" userId="" providerId="" clId="Web-{D5241283-6592-4B8B-BF98-B1D429B667D2}" dt="2023-11-16T08:43:27.606" v="46" actId="20577"/>
          <ac:spMkLst>
            <pc:docMk/>
            <pc:sldMk cId="2909933829" sldId="314"/>
            <ac:spMk id="2" creationId="{28AE6DB5-FD24-1381-1AD4-FF91D153B491}"/>
          </ac:spMkLst>
        </pc:spChg>
      </pc:sldChg>
      <pc:sldChg chg="del">
        <pc:chgData name="Tirsi Prebibaj" userId="" providerId="" clId="Web-{D5241283-6592-4B8B-BF98-B1D429B667D2}" dt="2023-11-16T08:42:02.962" v="5"/>
        <pc:sldMkLst>
          <pc:docMk/>
          <pc:sldMk cId="3499865086" sldId="315"/>
        </pc:sldMkLst>
      </pc:sldChg>
      <pc:sldChg chg="del">
        <pc:chgData name="Tirsi Prebibaj" userId="" providerId="" clId="Web-{D5241283-6592-4B8B-BF98-B1D429B667D2}" dt="2023-11-16T08:42:18.822" v="17"/>
        <pc:sldMkLst>
          <pc:docMk/>
          <pc:sldMk cId="2905190265" sldId="316"/>
        </pc:sldMkLst>
      </pc:sldChg>
      <pc:sldChg chg="del">
        <pc:chgData name="Tirsi Prebibaj" userId="" providerId="" clId="Web-{D5241283-6592-4B8B-BF98-B1D429B667D2}" dt="2023-11-16T08:42:27.275" v="21"/>
        <pc:sldMkLst>
          <pc:docMk/>
          <pc:sldMk cId="2449215067" sldId="317"/>
        </pc:sldMkLst>
      </pc:sldChg>
      <pc:sldChg chg="del">
        <pc:chgData name="Tirsi Prebibaj" userId="" providerId="" clId="Web-{D5241283-6592-4B8B-BF98-B1D429B667D2}" dt="2023-11-16T08:41:50.385" v="0"/>
        <pc:sldMkLst>
          <pc:docMk/>
          <pc:sldMk cId="2524882754" sldId="318"/>
        </pc:sldMkLst>
      </pc:sldChg>
      <pc:sldChg chg="del">
        <pc:chgData name="Tirsi Prebibaj" userId="" providerId="" clId="Web-{D5241283-6592-4B8B-BF98-B1D429B667D2}" dt="2023-11-16T08:42:34.713" v="27"/>
        <pc:sldMkLst>
          <pc:docMk/>
          <pc:sldMk cId="53609890" sldId="319"/>
        </pc:sldMkLst>
      </pc:sldChg>
      <pc:sldChg chg="del">
        <pc:chgData name="Tirsi Prebibaj" userId="" providerId="" clId="Web-{D5241283-6592-4B8B-BF98-B1D429B667D2}" dt="2023-11-16T08:42:34.088" v="25"/>
        <pc:sldMkLst>
          <pc:docMk/>
          <pc:sldMk cId="1910763828" sldId="320"/>
        </pc:sldMkLst>
      </pc:sldChg>
      <pc:sldChg chg="del">
        <pc:chgData name="Tirsi Prebibaj" userId="" providerId="" clId="Web-{D5241283-6592-4B8B-BF98-B1D429B667D2}" dt="2023-11-16T08:42:34.432" v="26"/>
        <pc:sldMkLst>
          <pc:docMk/>
          <pc:sldMk cId="2631156572" sldId="321"/>
        </pc:sldMkLst>
      </pc:sldChg>
      <pc:sldChg chg="modSp">
        <pc:chgData name="Tirsi Prebibaj" userId="" providerId="" clId="Web-{D5241283-6592-4B8B-BF98-B1D429B667D2}" dt="2023-11-16T08:49:10.024" v="142" actId="20577"/>
        <pc:sldMkLst>
          <pc:docMk/>
          <pc:sldMk cId="2566097359" sldId="322"/>
        </pc:sldMkLst>
        <pc:spChg chg="mod">
          <ac:chgData name="Tirsi Prebibaj" userId="" providerId="" clId="Web-{D5241283-6592-4B8B-BF98-B1D429B667D2}" dt="2023-11-16T08:49:10.024" v="142" actId="20577"/>
          <ac:spMkLst>
            <pc:docMk/>
            <pc:sldMk cId="2566097359" sldId="322"/>
            <ac:spMk id="3" creationId="{51E4999B-6F1A-0519-0176-AC211CBFA6F2}"/>
          </ac:spMkLst>
        </pc:spChg>
      </pc:sldChg>
      <pc:sldChg chg="new del">
        <pc:chgData name="Tirsi Prebibaj" userId="" providerId="" clId="Web-{D5241283-6592-4B8B-BF98-B1D429B667D2}" dt="2023-11-16T08:44:04.966" v="62"/>
        <pc:sldMkLst>
          <pc:docMk/>
          <pc:sldMk cId="84585038" sldId="323"/>
        </pc:sldMkLst>
      </pc:sldChg>
      <pc:sldChg chg="addSp delSp modSp new">
        <pc:chgData name="Tirsi Prebibaj" userId="" providerId="" clId="Web-{D5241283-6592-4B8B-BF98-B1D429B667D2}" dt="2023-11-16T08:49:23.759" v="145" actId="20577"/>
        <pc:sldMkLst>
          <pc:docMk/>
          <pc:sldMk cId="2307673585" sldId="323"/>
        </pc:sldMkLst>
        <pc:spChg chg="mod">
          <ac:chgData name="Tirsi Prebibaj" userId="" providerId="" clId="Web-{D5241283-6592-4B8B-BF98-B1D429B667D2}" dt="2023-11-16T08:47:49.818" v="101" actId="20577"/>
          <ac:spMkLst>
            <pc:docMk/>
            <pc:sldMk cId="2307673585" sldId="323"/>
            <ac:spMk id="2" creationId="{3EF28C5B-EBF3-D162-E9F3-9B294EA4BC00}"/>
          </ac:spMkLst>
        </pc:spChg>
        <pc:spChg chg="del">
          <ac:chgData name="Tirsi Prebibaj" userId="" providerId="" clId="Web-{D5241283-6592-4B8B-BF98-B1D429B667D2}" dt="2023-11-16T08:45:00.890" v="64"/>
          <ac:spMkLst>
            <pc:docMk/>
            <pc:sldMk cId="2307673585" sldId="323"/>
            <ac:spMk id="3" creationId="{55E81FC2-1F53-8EB0-4DAB-4FCC8B09E46F}"/>
          </ac:spMkLst>
        </pc:spChg>
        <pc:spChg chg="del">
          <ac:chgData name="Tirsi Prebibaj" userId="" providerId="" clId="Web-{D5241283-6592-4B8B-BF98-B1D429B667D2}" dt="2023-11-16T08:45:03.781" v="65"/>
          <ac:spMkLst>
            <pc:docMk/>
            <pc:sldMk cId="2307673585" sldId="323"/>
            <ac:spMk id="4" creationId="{B5BFCC37-7D4F-54C1-8B8A-B78FC559FBCC}"/>
          </ac:spMkLst>
        </pc:spChg>
        <pc:spChg chg="add mod">
          <ac:chgData name="Tirsi Prebibaj" userId="" providerId="" clId="Web-{D5241283-6592-4B8B-BF98-B1D429B667D2}" dt="2023-11-16T08:49:23.759" v="145" actId="20577"/>
          <ac:spMkLst>
            <pc:docMk/>
            <pc:sldMk cId="2307673585" sldId="323"/>
            <ac:spMk id="7" creationId="{4CC130B6-9A9A-FAFA-EF96-D2D2770AFBA9}"/>
          </ac:spMkLst>
        </pc:spChg>
        <pc:spChg chg="add">
          <ac:chgData name="Tirsi Prebibaj" userId="" providerId="" clId="Web-{D5241283-6592-4B8B-BF98-B1D429B667D2}" dt="2023-11-16T08:45:20.984" v="80"/>
          <ac:spMkLst>
            <pc:docMk/>
            <pc:sldMk cId="2307673585" sldId="323"/>
            <ac:spMk id="8" creationId="{31307C55-6A7C-66B8-45A3-E222FCC620A7}"/>
          </ac:spMkLst>
        </pc:spChg>
        <pc:picChg chg="add">
          <ac:chgData name="Tirsi Prebibaj" userId="" providerId="" clId="Web-{D5241283-6592-4B8B-BF98-B1D429B667D2}" dt="2023-11-16T08:45:20.984" v="80"/>
          <ac:picMkLst>
            <pc:docMk/>
            <pc:sldMk cId="2307673585" sldId="323"/>
            <ac:picMk id="6" creationId="{915EE8B6-27D0-3324-1D2B-FE0046F10A5C}"/>
          </ac:picMkLst>
        </pc:picChg>
        <pc:picChg chg="add">
          <ac:chgData name="Tirsi Prebibaj" userId="" providerId="" clId="Web-{D5241283-6592-4B8B-BF98-B1D429B667D2}" dt="2023-11-16T08:45:20.984" v="80"/>
          <ac:picMkLst>
            <pc:docMk/>
            <pc:sldMk cId="2307673585" sldId="323"/>
            <ac:picMk id="9" creationId="{9DA8E349-9DC7-46A4-57C4-D14EA54947E5}"/>
          </ac:picMkLst>
        </pc:picChg>
      </pc:sldChg>
      <pc:sldChg chg="addSp delSp modSp add replId">
        <pc:chgData name="Tirsi Prebibaj" userId="" providerId="" clId="Web-{D5241283-6592-4B8B-BF98-B1D429B667D2}" dt="2023-11-16T08:49:29.525" v="147" actId="20577"/>
        <pc:sldMkLst>
          <pc:docMk/>
          <pc:sldMk cId="4023452982" sldId="324"/>
        </pc:sldMkLst>
        <pc:spChg chg="mod">
          <ac:chgData name="Tirsi Prebibaj" userId="" providerId="" clId="Web-{D5241283-6592-4B8B-BF98-B1D429B667D2}" dt="2023-11-16T08:47:45.474" v="100" actId="20577"/>
          <ac:spMkLst>
            <pc:docMk/>
            <pc:sldMk cId="4023452982" sldId="324"/>
            <ac:spMk id="2" creationId="{3EF28C5B-EBF3-D162-E9F3-9B294EA4BC00}"/>
          </ac:spMkLst>
        </pc:spChg>
        <pc:spChg chg="mod">
          <ac:chgData name="Tirsi Prebibaj" userId="" providerId="" clId="Web-{D5241283-6592-4B8B-BF98-B1D429B667D2}" dt="2023-11-16T08:49:29.525" v="147" actId="20577"/>
          <ac:spMkLst>
            <pc:docMk/>
            <pc:sldMk cId="4023452982" sldId="324"/>
            <ac:spMk id="7" creationId="{4CC130B6-9A9A-FAFA-EF96-D2D2770AFBA9}"/>
          </ac:spMkLst>
        </pc:spChg>
        <pc:picChg chg="add mod">
          <ac:chgData name="Tirsi Prebibaj" userId="" providerId="" clId="Web-{D5241283-6592-4B8B-BF98-B1D429B667D2}" dt="2023-11-16T08:46:43.175" v="92" actId="1076"/>
          <ac:picMkLst>
            <pc:docMk/>
            <pc:sldMk cId="4023452982" sldId="324"/>
            <ac:picMk id="3" creationId="{6B84E5DF-FD2B-9D63-4FD1-B02B53AFCA50}"/>
          </ac:picMkLst>
        </pc:picChg>
        <pc:picChg chg="add mod">
          <ac:chgData name="Tirsi Prebibaj" userId="" providerId="" clId="Web-{D5241283-6592-4B8B-BF98-B1D429B667D2}" dt="2023-11-16T08:47:36.567" v="97" actId="1076"/>
          <ac:picMkLst>
            <pc:docMk/>
            <pc:sldMk cId="4023452982" sldId="324"/>
            <ac:picMk id="4" creationId="{E767F2F1-4547-9937-F2AD-CBA1EE9E77E5}"/>
          </ac:picMkLst>
        </pc:picChg>
        <pc:picChg chg="del">
          <ac:chgData name="Tirsi Prebibaj" userId="" providerId="" clId="Web-{D5241283-6592-4B8B-BF98-B1D429B667D2}" dt="2023-11-16T08:46:44.487" v="93"/>
          <ac:picMkLst>
            <pc:docMk/>
            <pc:sldMk cId="4023452982" sldId="324"/>
            <ac:picMk id="6" creationId="{915EE8B6-27D0-3324-1D2B-FE0046F10A5C}"/>
          </ac:picMkLst>
        </pc:picChg>
        <pc:picChg chg="del">
          <ac:chgData name="Tirsi Prebibaj" userId="" providerId="" clId="Web-{D5241283-6592-4B8B-BF98-B1D429B667D2}" dt="2023-11-16T08:46:32.566" v="88"/>
          <ac:picMkLst>
            <pc:docMk/>
            <pc:sldMk cId="4023452982" sldId="324"/>
            <ac:picMk id="9" creationId="{9DA8E349-9DC7-46A4-57C4-D14EA54947E5}"/>
          </ac:picMkLst>
        </pc:picChg>
      </pc:sldChg>
    </pc:docChg>
  </pc:docChgLst>
  <pc:docChgLst>
    <pc:chgData name="Tirsi Prebibaj" clId="Web-{CCEC5FE1-3D0B-4172-949E-8245B71FFB0B}"/>
    <pc:docChg chg="modSld">
      <pc:chgData name="Tirsi Prebibaj" userId="" providerId="" clId="Web-{CCEC5FE1-3D0B-4172-949E-8245B71FFB0B}" dt="2024-03-25T16:54:10.651" v="30" actId="20577"/>
      <pc:docMkLst>
        <pc:docMk/>
      </pc:docMkLst>
      <pc:sldChg chg="modSp">
        <pc:chgData name="Tirsi Prebibaj" userId="" providerId="" clId="Web-{CCEC5FE1-3D0B-4172-949E-8245B71FFB0B}" dt="2024-03-25T16:54:10.651" v="30" actId="20577"/>
        <pc:sldMkLst>
          <pc:docMk/>
          <pc:sldMk cId="2456878928" sldId="354"/>
        </pc:sldMkLst>
        <pc:spChg chg="mod">
          <ac:chgData name="Tirsi Prebibaj" userId="" providerId="" clId="Web-{CCEC5FE1-3D0B-4172-949E-8245B71FFB0B}" dt="2024-03-25T16:54:10.651" v="30" actId="20577"/>
          <ac:spMkLst>
            <pc:docMk/>
            <pc:sldMk cId="2456878928" sldId="354"/>
            <ac:spMk id="3" creationId="{37C090AB-65AC-70EB-8F36-3B7C2E65FCF2}"/>
          </ac:spMkLst>
        </pc:spChg>
      </pc:sldChg>
      <pc:sldChg chg="modSp">
        <pc:chgData name="Tirsi Prebibaj" userId="" providerId="" clId="Web-{CCEC5FE1-3D0B-4172-949E-8245B71FFB0B}" dt="2024-03-25T16:52:12.040" v="2" actId="20577"/>
        <pc:sldMkLst>
          <pc:docMk/>
          <pc:sldMk cId="1853143229" sldId="372"/>
        </pc:sldMkLst>
        <pc:spChg chg="mod">
          <ac:chgData name="Tirsi Prebibaj" userId="" providerId="" clId="Web-{CCEC5FE1-3D0B-4172-949E-8245B71FFB0B}" dt="2024-03-25T16:52:12.040" v="2" actId="20577"/>
          <ac:spMkLst>
            <pc:docMk/>
            <pc:sldMk cId="1853143229" sldId="372"/>
            <ac:spMk id="2" creationId="{754A644B-0E71-3B25-655F-B10CEFF0489F}"/>
          </ac:spMkLst>
        </pc:spChg>
      </pc:sldChg>
      <pc:sldChg chg="modSp">
        <pc:chgData name="Tirsi Prebibaj" userId="" providerId="" clId="Web-{CCEC5FE1-3D0B-4172-949E-8245B71FFB0B}" dt="2024-03-25T16:52:50.213" v="22" actId="20577"/>
        <pc:sldMkLst>
          <pc:docMk/>
          <pc:sldMk cId="1784057354" sldId="384"/>
        </pc:sldMkLst>
        <pc:spChg chg="mod">
          <ac:chgData name="Tirsi Prebibaj" userId="" providerId="" clId="Web-{CCEC5FE1-3D0B-4172-949E-8245B71FFB0B}" dt="2024-03-25T16:52:50.213" v="22" actId="20577"/>
          <ac:spMkLst>
            <pc:docMk/>
            <pc:sldMk cId="1784057354" sldId="384"/>
            <ac:spMk id="8" creationId="{688665E1-7C70-2514-637A-8886871AA0F5}"/>
          </ac:spMkLst>
        </pc:spChg>
      </pc:sldChg>
      <pc:sldChg chg="modSp">
        <pc:chgData name="Tirsi Prebibaj" userId="" providerId="" clId="Web-{CCEC5FE1-3D0B-4172-949E-8245B71FFB0B}" dt="2024-03-25T16:52:33.962" v="17" actId="20577"/>
        <pc:sldMkLst>
          <pc:docMk/>
          <pc:sldMk cId="3884587515" sldId="405"/>
        </pc:sldMkLst>
        <pc:spChg chg="mod">
          <ac:chgData name="Tirsi Prebibaj" userId="" providerId="" clId="Web-{CCEC5FE1-3D0B-4172-949E-8245B71FFB0B}" dt="2024-03-25T16:52:27.587" v="11" actId="20577"/>
          <ac:spMkLst>
            <pc:docMk/>
            <pc:sldMk cId="3884587515" sldId="405"/>
            <ac:spMk id="2" creationId="{754A644B-0E71-3B25-655F-B10CEFF0489F}"/>
          </ac:spMkLst>
        </pc:spChg>
        <pc:spChg chg="mod">
          <ac:chgData name="Tirsi Prebibaj" userId="" providerId="" clId="Web-{CCEC5FE1-3D0B-4172-949E-8245B71FFB0B}" dt="2024-03-25T16:52:33.962" v="17" actId="20577"/>
          <ac:spMkLst>
            <pc:docMk/>
            <pc:sldMk cId="3884587515" sldId="405"/>
            <ac:spMk id="9" creationId="{23432A03-70D5-482D-1D35-FC109F0C6522}"/>
          </ac:spMkLst>
        </pc:spChg>
      </pc:sldChg>
    </pc:docChg>
  </pc:docChgLst>
  <pc:docChgLst>
    <pc:chgData name="Tirsi Prebibaj" userId="+GYLHarxZ+dPTLHn7NL7dVppsqJUwCwiKXJTVYlMKO0=" providerId="None" clId="Web-{987157AD-33C7-46B0-81B2-2D61D0B2A1AB}"/>
    <pc:docChg chg="modSld">
      <pc:chgData name="Tirsi Prebibaj" userId="+GYLHarxZ+dPTLHn7NL7dVppsqJUwCwiKXJTVYlMKO0=" providerId="None" clId="Web-{987157AD-33C7-46B0-81B2-2D61D0B2A1AB}" dt="2024-08-21T09:40:53.949" v="4" actId="20577"/>
      <pc:docMkLst>
        <pc:docMk/>
      </pc:docMkLst>
      <pc:sldChg chg="modSp">
        <pc:chgData name="Tirsi Prebibaj" userId="+GYLHarxZ+dPTLHn7NL7dVppsqJUwCwiKXJTVYlMKO0=" providerId="None" clId="Web-{987157AD-33C7-46B0-81B2-2D61D0B2A1AB}" dt="2024-08-21T09:40:53.949" v="4" actId="20577"/>
        <pc:sldMkLst>
          <pc:docMk/>
          <pc:sldMk cId="760881316" sldId="421"/>
        </pc:sldMkLst>
        <pc:spChg chg="mod">
          <ac:chgData name="Tirsi Prebibaj" userId="+GYLHarxZ+dPTLHn7NL7dVppsqJUwCwiKXJTVYlMKO0=" providerId="None" clId="Web-{987157AD-33C7-46B0-81B2-2D61D0B2A1AB}" dt="2024-08-21T09:40:53.949" v="4" actId="20577"/>
          <ac:spMkLst>
            <pc:docMk/>
            <pc:sldMk cId="760881316" sldId="421"/>
            <ac:spMk id="12" creationId="{DB8A9E4A-A489-7C3D-1B1C-34FE947AA83A}"/>
          </ac:spMkLst>
        </pc:spChg>
      </pc:sldChg>
    </pc:docChg>
  </pc:docChgLst>
  <pc:docChgLst>
    <pc:chgData name="Tirsi Prebibaj" clId="Web-{3D7054F8-CD73-447E-8B99-9C0B9CB6ADF1}"/>
    <pc:docChg chg="modSld">
      <pc:chgData name="Tirsi Prebibaj" userId="" providerId="" clId="Web-{3D7054F8-CD73-447E-8B99-9C0B9CB6ADF1}" dt="2024-03-26T21:26:47.517" v="31" actId="1076"/>
      <pc:docMkLst>
        <pc:docMk/>
      </pc:docMkLst>
      <pc:sldChg chg="modNotes">
        <pc:chgData name="Tirsi Prebibaj" userId="" providerId="" clId="Web-{3D7054F8-CD73-447E-8B99-9C0B9CB6ADF1}" dt="2024-03-26T21:16:59.388" v="14"/>
        <pc:sldMkLst>
          <pc:docMk/>
          <pc:sldMk cId="2804093168" sldId="371"/>
        </pc:sldMkLst>
      </pc:sldChg>
      <pc:sldChg chg="modNotes">
        <pc:chgData name="Tirsi Prebibaj" userId="" providerId="" clId="Web-{3D7054F8-CD73-447E-8B99-9C0B9CB6ADF1}" dt="2024-03-26T21:16:41.013" v="3"/>
        <pc:sldMkLst>
          <pc:docMk/>
          <pc:sldMk cId="3319552554" sldId="375"/>
        </pc:sldMkLst>
      </pc:sldChg>
      <pc:sldChg chg="modSp">
        <pc:chgData name="Tirsi Prebibaj" userId="" providerId="" clId="Web-{3D7054F8-CD73-447E-8B99-9C0B9CB6ADF1}" dt="2024-03-26T21:26:47.517" v="31" actId="1076"/>
        <pc:sldMkLst>
          <pc:docMk/>
          <pc:sldMk cId="421842917" sldId="390"/>
        </pc:sldMkLst>
        <pc:spChg chg="mod">
          <ac:chgData name="Tirsi Prebibaj" userId="" providerId="" clId="Web-{3D7054F8-CD73-447E-8B99-9C0B9CB6ADF1}" dt="2024-03-26T21:26:47.408" v="30" actId="1076"/>
          <ac:spMkLst>
            <pc:docMk/>
            <pc:sldMk cId="421842917" sldId="390"/>
            <ac:spMk id="8" creationId="{8728874B-5CD8-4995-B358-9AEBFF266D4B}"/>
          </ac:spMkLst>
        </pc:spChg>
        <pc:spChg chg="mod">
          <ac:chgData name="Tirsi Prebibaj" userId="" providerId="" clId="Web-{3D7054F8-CD73-447E-8B99-9C0B9CB6ADF1}" dt="2024-03-26T21:26:47.346" v="22" actId="1076"/>
          <ac:spMkLst>
            <pc:docMk/>
            <pc:sldMk cId="421842917" sldId="390"/>
            <ac:spMk id="15" creationId="{C66F87C1-2AA9-A204-CFC9-4C847A737181}"/>
          </ac:spMkLst>
        </pc:spChg>
        <pc:spChg chg="mod">
          <ac:chgData name="Tirsi Prebibaj" userId="" providerId="" clId="Web-{3D7054F8-CD73-447E-8B99-9C0B9CB6ADF1}" dt="2024-03-26T21:26:47.361" v="23" actId="1076"/>
          <ac:spMkLst>
            <pc:docMk/>
            <pc:sldMk cId="421842917" sldId="390"/>
            <ac:spMk id="16" creationId="{D37C3C46-CF88-82AC-06B1-45D7D62B0F6A}"/>
          </ac:spMkLst>
        </pc:spChg>
        <pc:spChg chg="mod">
          <ac:chgData name="Tirsi Prebibaj" userId="" providerId="" clId="Web-{3D7054F8-CD73-447E-8B99-9C0B9CB6ADF1}" dt="2024-03-26T21:26:47.361" v="24" actId="1076"/>
          <ac:spMkLst>
            <pc:docMk/>
            <pc:sldMk cId="421842917" sldId="390"/>
            <ac:spMk id="17" creationId="{5EF40638-E522-803A-C23C-D366D9A50946}"/>
          </ac:spMkLst>
        </pc:spChg>
        <pc:spChg chg="mod">
          <ac:chgData name="Tirsi Prebibaj" userId="" providerId="" clId="Web-{3D7054F8-CD73-447E-8B99-9C0B9CB6ADF1}" dt="2024-03-26T21:26:47.377" v="25" actId="1076"/>
          <ac:spMkLst>
            <pc:docMk/>
            <pc:sldMk cId="421842917" sldId="390"/>
            <ac:spMk id="18" creationId="{E2BB12E7-9E1E-B1E5-D64E-6318974D473D}"/>
          </ac:spMkLst>
        </pc:spChg>
        <pc:spChg chg="mod">
          <ac:chgData name="Tirsi Prebibaj" userId="" providerId="" clId="Web-{3D7054F8-CD73-447E-8B99-9C0B9CB6ADF1}" dt="2024-03-26T21:26:47.377" v="26" actId="1076"/>
          <ac:spMkLst>
            <pc:docMk/>
            <pc:sldMk cId="421842917" sldId="390"/>
            <ac:spMk id="19" creationId="{82CE68E2-5AD9-3EAC-9B98-E27DF034C31C}"/>
          </ac:spMkLst>
        </pc:spChg>
        <pc:spChg chg="mod">
          <ac:chgData name="Tirsi Prebibaj" userId="" providerId="" clId="Web-{3D7054F8-CD73-447E-8B99-9C0B9CB6ADF1}" dt="2024-03-26T21:26:47.392" v="27" actId="1076"/>
          <ac:spMkLst>
            <pc:docMk/>
            <pc:sldMk cId="421842917" sldId="390"/>
            <ac:spMk id="20" creationId="{E94F25B5-8896-DCF2-5D8D-6C0863BDD8A2}"/>
          </ac:spMkLst>
        </pc:spChg>
        <pc:spChg chg="mod">
          <ac:chgData name="Tirsi Prebibaj" userId="" providerId="" clId="Web-{3D7054F8-CD73-447E-8B99-9C0B9CB6ADF1}" dt="2024-03-26T21:26:47.392" v="28" actId="1076"/>
          <ac:spMkLst>
            <pc:docMk/>
            <pc:sldMk cId="421842917" sldId="390"/>
            <ac:spMk id="21" creationId="{C315FFCE-6406-2AEB-BCCB-CFD99F63516D}"/>
          </ac:spMkLst>
        </pc:spChg>
        <pc:grpChg chg="mod">
          <ac:chgData name="Tirsi Prebibaj" userId="" providerId="" clId="Web-{3D7054F8-CD73-447E-8B99-9C0B9CB6ADF1}" dt="2024-03-26T21:26:47.517" v="31" actId="1076"/>
          <ac:grpSpMkLst>
            <pc:docMk/>
            <pc:sldMk cId="421842917" sldId="390"/>
            <ac:grpSpMk id="9" creationId="{71B060B0-0F86-F198-80E9-398536B13CCA}"/>
          </ac:grpSpMkLst>
        </pc:grpChg>
        <pc:cxnChg chg="mod">
          <ac:chgData name="Tirsi Prebibaj" userId="" providerId="" clId="Web-{3D7054F8-CD73-447E-8B99-9C0B9CB6ADF1}" dt="2024-03-26T21:26:47.392" v="29" actId="1076"/>
          <ac:cxnSpMkLst>
            <pc:docMk/>
            <pc:sldMk cId="421842917" sldId="390"/>
            <ac:cxnSpMk id="6" creationId="{F4377BB4-A6DB-8BF1-F8A3-D0351E392ACF}"/>
          </ac:cxnSpMkLst>
        </pc:cxnChg>
        <pc:cxnChg chg="mod">
          <ac:chgData name="Tirsi Prebibaj" userId="" providerId="" clId="Web-{3D7054F8-CD73-447E-8B99-9C0B9CB6ADF1}" dt="2024-03-26T21:26:47.330" v="20" actId="1076"/>
          <ac:cxnSpMkLst>
            <pc:docMk/>
            <pc:sldMk cId="421842917" sldId="390"/>
            <ac:cxnSpMk id="13" creationId="{EC8510FD-E5E3-D785-0223-D846A1679DC5}"/>
          </ac:cxnSpMkLst>
        </pc:cxnChg>
        <pc:cxnChg chg="mod">
          <ac:chgData name="Tirsi Prebibaj" userId="" providerId="" clId="Web-{3D7054F8-CD73-447E-8B99-9C0B9CB6ADF1}" dt="2024-03-26T21:26:47.346" v="21" actId="1076"/>
          <ac:cxnSpMkLst>
            <pc:docMk/>
            <pc:sldMk cId="421842917" sldId="390"/>
            <ac:cxnSpMk id="14" creationId="{4E1A0214-5DA1-B1C4-6B56-724A9F1C2293}"/>
          </ac:cxnSpMkLst>
        </pc:cxnChg>
      </pc:sldChg>
    </pc:docChg>
  </pc:docChgLst>
  <pc:docChgLst>
    <pc:chgData name="Tirsi Prebibaj" clId="Web-{36F1CF49-821C-4790-A391-E9573C123B71}"/>
    <pc:docChg chg="modSld">
      <pc:chgData name="Tirsi Prebibaj" userId="" providerId="" clId="Web-{36F1CF49-821C-4790-A391-E9573C123B71}" dt="2024-03-26T21:42:03.291" v="82" actId="20577"/>
      <pc:docMkLst>
        <pc:docMk/>
      </pc:docMkLst>
      <pc:sldChg chg="addSp delSp modSp">
        <pc:chgData name="Tirsi Prebibaj" userId="" providerId="" clId="Web-{36F1CF49-821C-4790-A391-E9573C123B71}" dt="2024-03-26T21:42:03.291" v="82" actId="20577"/>
        <pc:sldMkLst>
          <pc:docMk/>
          <pc:sldMk cId="4199460777" sldId="383"/>
        </pc:sldMkLst>
        <pc:spChg chg="mod">
          <ac:chgData name="Tirsi Prebibaj" userId="" providerId="" clId="Web-{36F1CF49-821C-4790-A391-E9573C123B71}" dt="2024-03-26T21:40:11.615" v="1" actId="1076"/>
          <ac:spMkLst>
            <pc:docMk/>
            <pc:sldMk cId="4199460777" sldId="383"/>
            <ac:spMk id="3" creationId="{B453A0E8-1D98-BF6A-CF4D-F1AF346003A5}"/>
          </ac:spMkLst>
        </pc:spChg>
        <pc:spChg chg="add del mod">
          <ac:chgData name="Tirsi Prebibaj" userId="" providerId="" clId="Web-{36F1CF49-821C-4790-A391-E9573C123B71}" dt="2024-03-26T21:41:49.619" v="80"/>
          <ac:spMkLst>
            <pc:docMk/>
            <pc:sldMk cId="4199460777" sldId="383"/>
            <ac:spMk id="10" creationId="{4334B3F2-5A73-DE10-042A-77428AE30577}"/>
          </ac:spMkLst>
        </pc:spChg>
        <pc:spChg chg="add mod">
          <ac:chgData name="Tirsi Prebibaj" userId="" providerId="" clId="Web-{36F1CF49-821C-4790-A391-E9573C123B71}" dt="2024-03-26T21:42:03.291" v="82" actId="20577"/>
          <ac:spMkLst>
            <pc:docMk/>
            <pc:sldMk cId="4199460777" sldId="383"/>
            <ac:spMk id="11" creationId="{DB65837A-EB64-164C-B3BE-05B7FF1CB859}"/>
          </ac:spMkLst>
        </pc:spChg>
        <pc:spChg chg="mod">
          <ac:chgData name="Tirsi Prebibaj" userId="" providerId="" clId="Web-{36F1CF49-821C-4790-A391-E9573C123B71}" dt="2024-03-26T21:40:19.100" v="3" actId="1076"/>
          <ac:spMkLst>
            <pc:docMk/>
            <pc:sldMk cId="4199460777" sldId="383"/>
            <ac:spMk id="12" creationId="{6BB8C50C-F41B-81EA-7101-4F7BDB29217D}"/>
          </ac:spMkLst>
        </pc:spChg>
        <pc:grpChg chg="mod">
          <ac:chgData name="Tirsi Prebibaj" userId="" providerId="" clId="Web-{36F1CF49-821C-4790-A391-E9573C123B71}" dt="2024-03-26T21:40:14.490" v="2" actId="1076"/>
          <ac:grpSpMkLst>
            <pc:docMk/>
            <pc:sldMk cId="4199460777" sldId="383"/>
            <ac:grpSpMk id="4" creationId="{7BB2485D-D55F-2A15-36D0-B3E64BEA8B78}"/>
          </ac:grpSpMkLst>
        </pc:grpChg>
      </pc:sldChg>
    </pc:docChg>
  </pc:docChgLst>
  <pc:docChgLst>
    <pc:chgData name="Tirsi Prebibaj" clId="Web-{37FB1E31-E824-45CC-A363-AB1E6293BCCC}"/>
    <pc:docChg chg="modSld">
      <pc:chgData name="Tirsi Prebibaj" userId="" providerId="" clId="Web-{37FB1E31-E824-45CC-A363-AB1E6293BCCC}" dt="2024-03-25T16:25:19.647" v="8"/>
      <pc:docMkLst>
        <pc:docMk/>
      </pc:docMkLst>
      <pc:sldChg chg="addSp delSp modSp addAnim delAnim modAnim">
        <pc:chgData name="Tirsi Prebibaj" userId="" providerId="" clId="Web-{37FB1E31-E824-45CC-A363-AB1E6293BCCC}" dt="2024-03-25T16:25:19.647" v="8"/>
        <pc:sldMkLst>
          <pc:docMk/>
          <pc:sldMk cId="538447202" sldId="393"/>
        </pc:sldMkLst>
        <pc:picChg chg="add mod">
          <ac:chgData name="Tirsi Prebibaj" userId="" providerId="" clId="Web-{37FB1E31-E824-45CC-A363-AB1E6293BCCC}" dt="2024-03-25T16:24:49.381" v="5" actId="1076"/>
          <ac:picMkLst>
            <pc:docMk/>
            <pc:sldMk cId="538447202" sldId="393"/>
            <ac:picMk id="4" creationId="{492AD032-F54C-738B-1BF4-795FCDC19DDF}"/>
          </ac:picMkLst>
        </pc:picChg>
        <pc:picChg chg="del">
          <ac:chgData name="Tirsi Prebibaj" userId="" providerId="" clId="Web-{37FB1E31-E824-45CC-A363-AB1E6293BCCC}" dt="2024-03-25T16:24:23.192" v="0"/>
          <ac:picMkLst>
            <pc:docMk/>
            <pc:sldMk cId="538447202" sldId="393"/>
            <ac:picMk id="12" creationId="{479AF20A-79E7-0339-D3C2-21E4DD28741C}"/>
          </ac:picMkLst>
        </pc:picChg>
      </pc:sldChg>
    </pc:docChg>
  </pc:docChgLst>
  <pc:docChgLst>
    <pc:chgData name="Tirsi Prebibaj" clId="Web-{9351F5E3-3B21-4633-AB1A-BE011FE88889}"/>
    <pc:docChg chg="modSld">
      <pc:chgData name="Tirsi Prebibaj" userId="" providerId="" clId="Web-{9351F5E3-3B21-4633-AB1A-BE011FE88889}" dt="2024-03-25T14:03:14.453" v="1" actId="14100"/>
      <pc:docMkLst>
        <pc:docMk/>
      </pc:docMkLst>
      <pc:sldChg chg="modSp">
        <pc:chgData name="Tirsi Prebibaj" userId="" providerId="" clId="Web-{9351F5E3-3B21-4633-AB1A-BE011FE88889}" dt="2024-03-25T14:03:14.453" v="1" actId="14100"/>
        <pc:sldMkLst>
          <pc:docMk/>
          <pc:sldMk cId="3319552554" sldId="375"/>
        </pc:sldMkLst>
        <pc:spChg chg="mod">
          <ac:chgData name="Tirsi Prebibaj" userId="" providerId="" clId="Web-{9351F5E3-3B21-4633-AB1A-BE011FE88889}" dt="2024-03-25T14:03:14.453" v="1" actId="14100"/>
          <ac:spMkLst>
            <pc:docMk/>
            <pc:sldMk cId="3319552554" sldId="375"/>
            <ac:spMk id="17" creationId="{BCBBABDE-1579-D570-EFC3-B236739116BF}"/>
          </ac:spMkLst>
        </pc:spChg>
      </pc:sldChg>
    </pc:docChg>
  </pc:docChgLst>
  <pc:docChgLst>
    <pc:chgData name="Tirsi Prebibaj" clId="Web-{027DA27F-F3A0-411B-9E4B-7FE3ACE9AECC}"/>
    <pc:docChg chg="modSld">
      <pc:chgData name="Tirsi Prebibaj" userId="" providerId="" clId="Web-{027DA27F-F3A0-411B-9E4B-7FE3ACE9AECC}" dt="2024-03-20T14:31:02.258" v="76"/>
      <pc:docMkLst>
        <pc:docMk/>
      </pc:docMkLst>
      <pc:sldChg chg="modNotes">
        <pc:chgData name="Tirsi Prebibaj" userId="" providerId="" clId="Web-{027DA27F-F3A0-411B-9E4B-7FE3ACE9AECC}" dt="2024-03-20T14:31:02.258" v="76"/>
        <pc:sldMkLst>
          <pc:docMk/>
          <pc:sldMk cId="2587703621" sldId="373"/>
        </pc:sldMkLst>
      </pc:sldChg>
    </pc:docChg>
  </pc:docChgLst>
  <pc:docChgLst>
    <pc:chgData name="Tirsi Prebibaj" clId="Web-{CC0D6CA0-42B9-4388-942F-0B36CE6BA1DB}"/>
    <pc:docChg chg="delSld modSld modSection">
      <pc:chgData name="Tirsi Prebibaj" userId="" providerId="" clId="Web-{CC0D6CA0-42B9-4388-942F-0B36CE6BA1DB}" dt="2024-03-25T13:53:25.594" v="35" actId="14100"/>
      <pc:docMkLst>
        <pc:docMk/>
      </pc:docMkLst>
      <pc:sldChg chg="del">
        <pc:chgData name="Tirsi Prebibaj" userId="" providerId="" clId="Web-{CC0D6CA0-42B9-4388-942F-0B36CE6BA1DB}" dt="2024-03-25T13:49:21.382" v="15"/>
        <pc:sldMkLst>
          <pc:docMk/>
          <pc:sldMk cId="416283928" sldId="326"/>
        </pc:sldMkLst>
      </pc:sldChg>
      <pc:sldChg chg="modSp">
        <pc:chgData name="Tirsi Prebibaj" userId="" providerId="" clId="Web-{CC0D6CA0-42B9-4388-942F-0B36CE6BA1DB}" dt="2024-03-25T13:53:25.594" v="35" actId="14100"/>
        <pc:sldMkLst>
          <pc:docMk/>
          <pc:sldMk cId="260791214" sldId="341"/>
        </pc:sldMkLst>
        <pc:spChg chg="mod">
          <ac:chgData name="Tirsi Prebibaj" userId="" providerId="" clId="Web-{CC0D6CA0-42B9-4388-942F-0B36CE6BA1DB}" dt="2024-03-25T13:53:25.594" v="35" actId="14100"/>
          <ac:spMkLst>
            <pc:docMk/>
            <pc:sldMk cId="260791214" sldId="341"/>
            <ac:spMk id="7" creationId="{21D57FAA-91C4-E564-1A29-10526A877500}"/>
          </ac:spMkLst>
        </pc:spChg>
      </pc:sldChg>
      <pc:sldChg chg="modSp">
        <pc:chgData name="Tirsi Prebibaj" userId="" providerId="" clId="Web-{CC0D6CA0-42B9-4388-942F-0B36CE6BA1DB}" dt="2024-03-25T13:48:45.115" v="12" actId="20577"/>
        <pc:sldMkLst>
          <pc:docMk/>
          <pc:sldMk cId="3375492407" sldId="370"/>
        </pc:sldMkLst>
        <pc:spChg chg="mod">
          <ac:chgData name="Tirsi Prebibaj" userId="" providerId="" clId="Web-{CC0D6CA0-42B9-4388-942F-0B36CE6BA1DB}" dt="2024-03-25T13:48:45.115" v="12" actId="20577"/>
          <ac:spMkLst>
            <pc:docMk/>
            <pc:sldMk cId="3375492407" sldId="370"/>
            <ac:spMk id="2" creationId="{10F98A94-B671-E78F-7F7E-B1DFF0ADEA9F}"/>
          </ac:spMkLst>
        </pc:spChg>
      </pc:sldChg>
      <pc:sldChg chg="modSp">
        <pc:chgData name="Tirsi Prebibaj" userId="" providerId="" clId="Web-{CC0D6CA0-42B9-4388-942F-0B36CE6BA1DB}" dt="2024-03-25T13:47:12.721" v="0" actId="1076"/>
        <pc:sldMkLst>
          <pc:docMk/>
          <pc:sldMk cId="2804093168" sldId="371"/>
        </pc:sldMkLst>
        <pc:spChg chg="mod">
          <ac:chgData name="Tirsi Prebibaj" userId="" providerId="" clId="Web-{CC0D6CA0-42B9-4388-942F-0B36CE6BA1DB}" dt="2024-03-25T13:47:12.721" v="0" actId="1076"/>
          <ac:spMkLst>
            <pc:docMk/>
            <pc:sldMk cId="2804093168" sldId="371"/>
            <ac:spMk id="6" creationId="{1C266E16-27F0-8FA8-1848-B9C0B818E052}"/>
          </ac:spMkLst>
        </pc:spChg>
      </pc:sldChg>
      <pc:sldChg chg="modSp">
        <pc:chgData name="Tirsi Prebibaj" userId="" providerId="" clId="Web-{CC0D6CA0-42B9-4388-942F-0B36CE6BA1DB}" dt="2024-03-25T13:48:38.552" v="8" actId="20577"/>
        <pc:sldMkLst>
          <pc:docMk/>
          <pc:sldMk cId="3319552554" sldId="375"/>
        </pc:sldMkLst>
        <pc:spChg chg="mod">
          <ac:chgData name="Tirsi Prebibaj" userId="" providerId="" clId="Web-{CC0D6CA0-42B9-4388-942F-0B36CE6BA1DB}" dt="2024-03-25T13:48:38.552" v="8" actId="20577"/>
          <ac:spMkLst>
            <pc:docMk/>
            <pc:sldMk cId="3319552554" sldId="375"/>
            <ac:spMk id="2" creationId="{10F98A94-B671-E78F-7F7E-B1DFF0ADEA9F}"/>
          </ac:spMkLst>
        </pc:spChg>
      </pc:sldChg>
      <pc:sldChg chg="modSp">
        <pc:chgData name="Tirsi Prebibaj" userId="" providerId="" clId="Web-{CC0D6CA0-42B9-4388-942F-0B36CE6BA1DB}" dt="2024-03-25T13:48:34.193" v="5" actId="20577"/>
        <pc:sldMkLst>
          <pc:docMk/>
          <pc:sldMk cId="2267497006" sldId="382"/>
        </pc:sldMkLst>
        <pc:spChg chg="mod">
          <ac:chgData name="Tirsi Prebibaj" userId="" providerId="" clId="Web-{CC0D6CA0-42B9-4388-942F-0B36CE6BA1DB}" dt="2024-03-25T13:48:34.193" v="5" actId="20577"/>
          <ac:spMkLst>
            <pc:docMk/>
            <pc:sldMk cId="2267497006" sldId="382"/>
            <ac:spMk id="2" creationId="{B063E45E-6CAD-4A88-0662-596454D3B6AE}"/>
          </ac:spMkLst>
        </pc:spChg>
      </pc:sldChg>
      <pc:sldChg chg="modSp">
        <pc:chgData name="Tirsi Prebibaj" userId="" providerId="" clId="Web-{CC0D6CA0-42B9-4388-942F-0B36CE6BA1DB}" dt="2024-03-25T13:48:48.600" v="14" actId="20577"/>
        <pc:sldMkLst>
          <pc:docMk/>
          <pc:sldMk cId="4199460777" sldId="383"/>
        </pc:sldMkLst>
        <pc:spChg chg="mod">
          <ac:chgData name="Tirsi Prebibaj" userId="" providerId="" clId="Web-{CC0D6CA0-42B9-4388-942F-0B36CE6BA1DB}" dt="2024-03-25T13:48:48.600" v="14" actId="20577"/>
          <ac:spMkLst>
            <pc:docMk/>
            <pc:sldMk cId="4199460777" sldId="383"/>
            <ac:spMk id="2" creationId="{15410C5A-137D-C18F-ED60-010A864C5F0E}"/>
          </ac:spMkLst>
        </pc:spChg>
        <pc:spChg chg="mod">
          <ac:chgData name="Tirsi Prebibaj" userId="" providerId="" clId="Web-{CC0D6CA0-42B9-4388-942F-0B36CE6BA1DB}" dt="2024-03-25T13:47:22.487" v="1" actId="1076"/>
          <ac:spMkLst>
            <pc:docMk/>
            <pc:sldMk cId="4199460777" sldId="383"/>
            <ac:spMk id="12" creationId="{6BB8C50C-F41B-81EA-7101-4F7BDB29217D}"/>
          </ac:spMkLst>
        </pc:spChg>
      </pc:sldChg>
    </pc:docChg>
  </pc:docChgLst>
  <pc:docChgLst>
    <pc:chgData name="Tirsi Prebibaj" clId="Web-{4C612F72-29EB-4242-8019-E1F45CA2ECB1}"/>
    <pc:docChg chg="modSld">
      <pc:chgData name="Tirsi Prebibaj" userId="" providerId="" clId="Web-{4C612F72-29EB-4242-8019-E1F45CA2ECB1}" dt="2024-03-25T09:52:54.188" v="150"/>
      <pc:docMkLst>
        <pc:docMk/>
      </pc:docMkLst>
      <pc:sldChg chg="modNotes">
        <pc:chgData name="Tirsi Prebibaj" userId="" providerId="" clId="Web-{4C612F72-29EB-4242-8019-E1F45CA2ECB1}" dt="2024-03-25T09:52:54.188" v="150"/>
        <pc:sldMkLst>
          <pc:docMk/>
          <pc:sldMk cId="3375492407" sldId="370"/>
        </pc:sldMkLst>
      </pc:sldChg>
      <pc:sldChg chg="modNotes">
        <pc:chgData name="Tirsi Prebibaj" userId="" providerId="" clId="Web-{4C612F72-29EB-4242-8019-E1F45CA2ECB1}" dt="2024-03-25T09:49:19.401" v="112"/>
        <pc:sldMkLst>
          <pc:docMk/>
          <pc:sldMk cId="1170239364" sldId="374"/>
        </pc:sldMkLst>
      </pc:sldChg>
      <pc:sldChg chg="modNotes">
        <pc:chgData name="Tirsi Prebibaj" userId="" providerId="" clId="Web-{4C612F72-29EB-4242-8019-E1F45CA2ECB1}" dt="2024-03-25T09:48:28.727" v="69"/>
        <pc:sldMkLst>
          <pc:docMk/>
          <pc:sldMk cId="2125874709" sldId="380"/>
        </pc:sldMkLst>
      </pc:sldChg>
      <pc:sldChg chg="modNotes">
        <pc:chgData name="Tirsi Prebibaj" userId="" providerId="" clId="Web-{4C612F72-29EB-4242-8019-E1F45CA2ECB1}" dt="2024-03-25T09:50:53.622" v="143"/>
        <pc:sldMkLst>
          <pc:docMk/>
          <pc:sldMk cId="2267497006" sldId="382"/>
        </pc:sldMkLst>
      </pc:sldChg>
      <pc:sldChg chg="modNotes">
        <pc:chgData name="Tirsi Prebibaj" userId="" providerId="" clId="Web-{4C612F72-29EB-4242-8019-E1F45CA2ECB1}" dt="2024-03-25T09:41:40.669" v="12"/>
        <pc:sldMkLst>
          <pc:docMk/>
          <pc:sldMk cId="4199460777" sldId="383"/>
        </pc:sldMkLst>
      </pc:sldChg>
      <pc:sldChg chg="modNotes">
        <pc:chgData name="Tirsi Prebibaj" userId="" providerId="" clId="Web-{4C612F72-29EB-4242-8019-E1F45CA2ECB1}" dt="2024-03-25T09:47:25.382" v="47"/>
        <pc:sldMkLst>
          <pc:docMk/>
          <pc:sldMk cId="538447202" sldId="393"/>
        </pc:sldMkLst>
      </pc:sldChg>
    </pc:docChg>
  </pc:docChgLst>
  <pc:docChgLst>
    <pc:chgData name="Tirsi Prebibaj" clId="Web-{6A8C3FB9-6D8A-466D-B24E-5B2FB23A731E}"/>
    <pc:docChg chg="modSld">
      <pc:chgData name="Tirsi Prebibaj" userId="" providerId="" clId="Web-{6A8C3FB9-6D8A-466D-B24E-5B2FB23A731E}" dt="2024-03-25T14:00:22.542" v="0"/>
      <pc:docMkLst>
        <pc:docMk/>
      </pc:docMkLst>
      <pc:sldChg chg="modAnim">
        <pc:chgData name="Tirsi Prebibaj" userId="" providerId="" clId="Web-{6A8C3FB9-6D8A-466D-B24E-5B2FB23A731E}" dt="2024-03-25T14:00:22.542" v="0"/>
        <pc:sldMkLst>
          <pc:docMk/>
          <pc:sldMk cId="2125874709" sldId="380"/>
        </pc:sldMkLst>
      </pc:sldChg>
    </pc:docChg>
  </pc:docChgLst>
  <pc:docChgLst>
    <pc:chgData name="Tirsi Prebibaj" clId="Web-{8EBAAA4A-2E50-490A-B2D4-D2907DFEF4E6}"/>
    <pc:docChg chg="addSld modSld modSection">
      <pc:chgData name="Tirsi Prebibaj" userId="" providerId="" clId="Web-{8EBAAA4A-2E50-490A-B2D4-D2907DFEF4E6}" dt="2023-11-20T08:05:01.547" v="194" actId="1076"/>
      <pc:docMkLst>
        <pc:docMk/>
      </pc:docMkLst>
      <pc:sldChg chg="addSp delSp modSp add replId delAnim">
        <pc:chgData name="Tirsi Prebibaj" userId="" providerId="" clId="Web-{8EBAAA4A-2E50-490A-B2D4-D2907DFEF4E6}" dt="2023-11-20T07:57:46.672" v="59" actId="1076"/>
        <pc:sldMkLst>
          <pc:docMk/>
          <pc:sldMk cId="3628014362" sldId="325"/>
        </pc:sldMkLst>
        <pc:spChg chg="mod">
          <ac:chgData name="Tirsi Prebibaj" userId="" providerId="" clId="Web-{8EBAAA4A-2E50-490A-B2D4-D2907DFEF4E6}" dt="2023-11-20T07:54:34.790" v="29" actId="20577"/>
          <ac:spMkLst>
            <pc:docMk/>
            <pc:sldMk cId="3628014362" sldId="325"/>
            <ac:spMk id="2" creationId="{9D6BE298-9D10-8777-E4CC-A0F2A5863D0B}"/>
          </ac:spMkLst>
        </pc:spChg>
        <pc:spChg chg="del">
          <ac:chgData name="Tirsi Prebibaj" userId="" providerId="" clId="Web-{8EBAAA4A-2E50-490A-B2D4-D2907DFEF4E6}" dt="2023-11-20T07:54:25.571" v="19"/>
          <ac:spMkLst>
            <pc:docMk/>
            <pc:sldMk cId="3628014362" sldId="325"/>
            <ac:spMk id="6" creationId="{14E66D50-731A-D448-B997-A22784850684}"/>
          </ac:spMkLst>
        </pc:spChg>
        <pc:spChg chg="del mod">
          <ac:chgData name="Tirsi Prebibaj" userId="" providerId="" clId="Web-{8EBAAA4A-2E50-490A-B2D4-D2907DFEF4E6}" dt="2023-11-20T07:57:22.827" v="54"/>
          <ac:spMkLst>
            <pc:docMk/>
            <pc:sldMk cId="3628014362" sldId="325"/>
            <ac:spMk id="8" creationId="{5A796F96-0BCC-25C8-535B-5E1F35601B03}"/>
          </ac:spMkLst>
        </pc:spChg>
        <pc:spChg chg="del">
          <ac:chgData name="Tirsi Prebibaj" userId="" providerId="" clId="Web-{8EBAAA4A-2E50-490A-B2D4-D2907DFEF4E6}" dt="2023-11-20T07:54:18.227" v="4"/>
          <ac:spMkLst>
            <pc:docMk/>
            <pc:sldMk cId="3628014362" sldId="325"/>
            <ac:spMk id="35" creationId="{4C2E098F-6A24-5DF8-EC35-F86358A3D446}"/>
          </ac:spMkLst>
        </pc:spChg>
        <pc:spChg chg="del">
          <ac:chgData name="Tirsi Prebibaj" userId="" providerId="" clId="Web-{8EBAAA4A-2E50-490A-B2D4-D2907DFEF4E6}" dt="2023-11-20T07:54:20.868" v="13"/>
          <ac:spMkLst>
            <pc:docMk/>
            <pc:sldMk cId="3628014362" sldId="325"/>
            <ac:spMk id="36" creationId="{34DB538A-E84E-8CD1-32A7-4D97F3F370FD}"/>
          </ac:spMkLst>
        </pc:spChg>
        <pc:spChg chg="del">
          <ac:chgData name="Tirsi Prebibaj" userId="" providerId="" clId="Web-{8EBAAA4A-2E50-490A-B2D4-D2907DFEF4E6}" dt="2023-11-20T07:54:18.227" v="3"/>
          <ac:spMkLst>
            <pc:docMk/>
            <pc:sldMk cId="3628014362" sldId="325"/>
            <ac:spMk id="41" creationId="{DCCB79E4-DAFE-DDD5-EDFD-3315F81C3153}"/>
          </ac:spMkLst>
        </pc:spChg>
        <pc:spChg chg="del">
          <ac:chgData name="Tirsi Prebibaj" userId="" providerId="" clId="Web-{8EBAAA4A-2E50-490A-B2D4-D2907DFEF4E6}" dt="2023-11-20T07:54:18.227" v="2"/>
          <ac:spMkLst>
            <pc:docMk/>
            <pc:sldMk cId="3628014362" sldId="325"/>
            <ac:spMk id="45" creationId="{7DC1C9D8-EC2F-AA6A-A7F4-843D5F909498}"/>
          </ac:spMkLst>
        </pc:spChg>
        <pc:spChg chg="del">
          <ac:chgData name="Tirsi Prebibaj" userId="" providerId="" clId="Web-{8EBAAA4A-2E50-490A-B2D4-D2907DFEF4E6}" dt="2023-11-20T07:54:20.868" v="10"/>
          <ac:spMkLst>
            <pc:docMk/>
            <pc:sldMk cId="3628014362" sldId="325"/>
            <ac:spMk id="49" creationId="{3776BF98-16E7-1BDB-7A04-59217C72E48B}"/>
          </ac:spMkLst>
        </pc:spChg>
        <pc:spChg chg="del">
          <ac:chgData name="Tirsi Prebibaj" userId="" providerId="" clId="Web-{8EBAAA4A-2E50-490A-B2D4-D2907DFEF4E6}" dt="2023-11-20T07:54:20.868" v="9"/>
          <ac:spMkLst>
            <pc:docMk/>
            <pc:sldMk cId="3628014362" sldId="325"/>
            <ac:spMk id="50" creationId="{A3CA02A3-248C-2E85-18F1-A41527CA2793}"/>
          </ac:spMkLst>
        </pc:spChg>
        <pc:spChg chg="del">
          <ac:chgData name="Tirsi Prebibaj" userId="" providerId="" clId="Web-{8EBAAA4A-2E50-490A-B2D4-D2907DFEF4E6}" dt="2023-11-20T07:54:18.227" v="1"/>
          <ac:spMkLst>
            <pc:docMk/>
            <pc:sldMk cId="3628014362" sldId="325"/>
            <ac:spMk id="53" creationId="{D6E832D1-715E-F729-3786-8A1CB13456A2}"/>
          </ac:spMkLst>
        </pc:spChg>
        <pc:spChg chg="del">
          <ac:chgData name="Tirsi Prebibaj" userId="" providerId="" clId="Web-{8EBAAA4A-2E50-490A-B2D4-D2907DFEF4E6}" dt="2023-11-20T07:54:23.384" v="15"/>
          <ac:spMkLst>
            <pc:docMk/>
            <pc:sldMk cId="3628014362" sldId="325"/>
            <ac:spMk id="57" creationId="{4CFE3E5B-538F-67B5-DAB2-AEB0A06F45AA}"/>
          </ac:spMkLst>
        </pc:spChg>
        <pc:picChg chg="add mod">
          <ac:chgData name="Tirsi Prebibaj" userId="" providerId="" clId="Web-{8EBAAA4A-2E50-490A-B2D4-D2907DFEF4E6}" dt="2023-11-20T07:55:45.793" v="37" actId="14100"/>
          <ac:picMkLst>
            <pc:docMk/>
            <pc:sldMk cId="3628014362" sldId="325"/>
            <ac:picMk id="3" creationId="{80C73141-FA60-CF3E-D0B8-727ABCF35BDA}"/>
          </ac:picMkLst>
        </pc:picChg>
        <pc:picChg chg="del">
          <ac:chgData name="Tirsi Prebibaj" userId="" providerId="" clId="Web-{8EBAAA4A-2E50-490A-B2D4-D2907DFEF4E6}" dt="2023-11-20T07:54:25.571" v="18"/>
          <ac:picMkLst>
            <pc:docMk/>
            <pc:sldMk cId="3628014362" sldId="325"/>
            <ac:picMk id="9" creationId="{9853F10A-A0CE-81C4-856E-7E873B58F6B1}"/>
          </ac:picMkLst>
        </pc:picChg>
        <pc:picChg chg="add mod">
          <ac:chgData name="Tirsi Prebibaj" userId="" providerId="" clId="Web-{8EBAAA4A-2E50-490A-B2D4-D2907DFEF4E6}" dt="2023-11-20T07:56:00.809" v="41" actId="1076"/>
          <ac:picMkLst>
            <pc:docMk/>
            <pc:sldMk cId="3628014362" sldId="325"/>
            <ac:picMk id="10" creationId="{1648ED61-1606-EFF2-644C-BEA12131734A}"/>
          </ac:picMkLst>
        </pc:picChg>
        <pc:picChg chg="add mod">
          <ac:chgData name="Tirsi Prebibaj" userId="" providerId="" clId="Web-{8EBAAA4A-2E50-490A-B2D4-D2907DFEF4E6}" dt="2023-11-20T07:56:35.841" v="46" actId="14100"/>
          <ac:picMkLst>
            <pc:docMk/>
            <pc:sldMk cId="3628014362" sldId="325"/>
            <ac:picMk id="11" creationId="{2D98C85F-64D5-BCCC-A890-B1007368BC79}"/>
          </ac:picMkLst>
        </pc:picChg>
        <pc:picChg chg="add mod">
          <ac:chgData name="Tirsi Prebibaj" userId="" providerId="" clId="Web-{8EBAAA4A-2E50-490A-B2D4-D2907DFEF4E6}" dt="2023-11-20T07:57:16.624" v="52" actId="1076"/>
          <ac:picMkLst>
            <pc:docMk/>
            <pc:sldMk cId="3628014362" sldId="325"/>
            <ac:picMk id="12" creationId="{C7E4A0A1-930C-4F04-4255-2B42A96BEFC8}"/>
          </ac:picMkLst>
        </pc:picChg>
        <pc:picChg chg="add mod">
          <ac:chgData name="Tirsi Prebibaj" userId="" providerId="" clId="Web-{8EBAAA4A-2E50-490A-B2D4-D2907DFEF4E6}" dt="2023-11-20T07:57:46.672" v="59" actId="1076"/>
          <ac:picMkLst>
            <pc:docMk/>
            <pc:sldMk cId="3628014362" sldId="325"/>
            <ac:picMk id="13" creationId="{314C6C95-ADEB-1B38-7DC1-FD73D393788D}"/>
          </ac:picMkLst>
        </pc:picChg>
        <pc:cxnChg chg="del">
          <ac:chgData name="Tirsi Prebibaj" userId="" providerId="" clId="Web-{8EBAAA4A-2E50-490A-B2D4-D2907DFEF4E6}" dt="2023-11-20T07:54:20.868" v="14"/>
          <ac:cxnSpMkLst>
            <pc:docMk/>
            <pc:sldMk cId="3628014362" sldId="325"/>
            <ac:cxnSpMk id="27" creationId="{BCFFE4FF-B92B-03EC-431E-76B1EF8F3AD0}"/>
          </ac:cxnSpMkLst>
        </pc:cxnChg>
        <pc:cxnChg chg="del">
          <ac:chgData name="Tirsi Prebibaj" userId="" providerId="" clId="Web-{8EBAAA4A-2E50-490A-B2D4-D2907DFEF4E6}" dt="2023-11-20T07:54:18.227" v="8"/>
          <ac:cxnSpMkLst>
            <pc:docMk/>
            <pc:sldMk cId="3628014362" sldId="325"/>
            <ac:cxnSpMk id="28" creationId="{2706DB59-4010-AA5D-993D-6596988C8590}"/>
          </ac:cxnSpMkLst>
        </pc:cxnChg>
        <pc:cxnChg chg="del">
          <ac:chgData name="Tirsi Prebibaj" userId="" providerId="" clId="Web-{8EBAAA4A-2E50-490A-B2D4-D2907DFEF4E6}" dt="2023-11-20T07:54:18.227" v="7"/>
          <ac:cxnSpMkLst>
            <pc:docMk/>
            <pc:sldMk cId="3628014362" sldId="325"/>
            <ac:cxnSpMk id="29" creationId="{A9122175-2464-EC24-6B75-24BC18486251}"/>
          </ac:cxnSpMkLst>
        </pc:cxnChg>
        <pc:cxnChg chg="del">
          <ac:chgData name="Tirsi Prebibaj" userId="" providerId="" clId="Web-{8EBAAA4A-2E50-490A-B2D4-D2907DFEF4E6}" dt="2023-11-20T07:54:18.227" v="6"/>
          <ac:cxnSpMkLst>
            <pc:docMk/>
            <pc:sldMk cId="3628014362" sldId="325"/>
            <ac:cxnSpMk id="30" creationId="{E55FD954-9627-E8B9-FEED-25FFA64693C3}"/>
          </ac:cxnSpMkLst>
        </pc:cxnChg>
        <pc:cxnChg chg="del">
          <ac:chgData name="Tirsi Prebibaj" userId="" providerId="" clId="Web-{8EBAAA4A-2E50-490A-B2D4-D2907DFEF4E6}" dt="2023-11-20T07:54:18.227" v="5"/>
          <ac:cxnSpMkLst>
            <pc:docMk/>
            <pc:sldMk cId="3628014362" sldId="325"/>
            <ac:cxnSpMk id="31" creationId="{2AE86165-F0E2-7850-2E63-8AE01EB190D0}"/>
          </ac:cxnSpMkLst>
        </pc:cxnChg>
        <pc:cxnChg chg="del">
          <ac:chgData name="Tirsi Prebibaj" userId="" providerId="" clId="Web-{8EBAAA4A-2E50-490A-B2D4-D2907DFEF4E6}" dt="2023-11-20T07:54:20.868" v="12"/>
          <ac:cxnSpMkLst>
            <pc:docMk/>
            <pc:sldMk cId="3628014362" sldId="325"/>
            <ac:cxnSpMk id="42" creationId="{AA39BFB8-C1F4-A697-9527-07E216CDE4E0}"/>
          </ac:cxnSpMkLst>
        </pc:cxnChg>
        <pc:cxnChg chg="del">
          <ac:chgData name="Tirsi Prebibaj" userId="" providerId="" clId="Web-{8EBAAA4A-2E50-490A-B2D4-D2907DFEF4E6}" dt="2023-11-20T07:54:23.399" v="17"/>
          <ac:cxnSpMkLst>
            <pc:docMk/>
            <pc:sldMk cId="3628014362" sldId="325"/>
            <ac:cxnSpMk id="43" creationId="{41FA2F4B-5D26-0C9C-A9A2-89783CAAA0BC}"/>
          </ac:cxnSpMkLst>
        </pc:cxnChg>
        <pc:cxnChg chg="del">
          <ac:chgData name="Tirsi Prebibaj" userId="" providerId="" clId="Web-{8EBAAA4A-2E50-490A-B2D4-D2907DFEF4E6}" dt="2023-11-20T07:54:20.868" v="11"/>
          <ac:cxnSpMkLst>
            <pc:docMk/>
            <pc:sldMk cId="3628014362" sldId="325"/>
            <ac:cxnSpMk id="46" creationId="{BFE80211-A139-F5E7-6659-DD40ADBB9D19}"/>
          </ac:cxnSpMkLst>
        </pc:cxnChg>
        <pc:cxnChg chg="del">
          <ac:chgData name="Tirsi Prebibaj" userId="" providerId="" clId="Web-{8EBAAA4A-2E50-490A-B2D4-D2907DFEF4E6}" dt="2023-11-20T07:54:23.399" v="16"/>
          <ac:cxnSpMkLst>
            <pc:docMk/>
            <pc:sldMk cId="3628014362" sldId="325"/>
            <ac:cxnSpMk id="55" creationId="{620E66DD-ED29-DE4D-990B-B9B4E6D4EE2B}"/>
          </ac:cxnSpMkLst>
        </pc:cxnChg>
      </pc:sldChg>
      <pc:sldChg chg="modSp new">
        <pc:chgData name="Tirsi Prebibaj" userId="" providerId="" clId="Web-{8EBAAA4A-2E50-490A-B2D4-D2907DFEF4E6}" dt="2023-11-20T07:56:45.342" v="48" actId="20577"/>
        <pc:sldMkLst>
          <pc:docMk/>
          <pc:sldMk cId="416283928" sldId="326"/>
        </pc:sldMkLst>
        <pc:spChg chg="mod">
          <ac:chgData name="Tirsi Prebibaj" userId="" providerId="" clId="Web-{8EBAAA4A-2E50-490A-B2D4-D2907DFEF4E6}" dt="2023-11-20T07:56:45.342" v="48" actId="20577"/>
          <ac:spMkLst>
            <pc:docMk/>
            <pc:sldMk cId="416283928" sldId="326"/>
            <ac:spMk id="3" creationId="{9B4EA87C-0E3F-B5F0-FD79-D2E343640951}"/>
          </ac:spMkLst>
        </pc:spChg>
      </pc:sldChg>
      <pc:sldChg chg="addSp delSp modSp new addAnim delAnim">
        <pc:chgData name="Tirsi Prebibaj" userId="" providerId="" clId="Web-{8EBAAA4A-2E50-490A-B2D4-D2907DFEF4E6}" dt="2023-11-20T08:05:01.547" v="194" actId="1076"/>
        <pc:sldMkLst>
          <pc:docMk/>
          <pc:sldMk cId="1100675199" sldId="327"/>
        </pc:sldMkLst>
        <pc:spChg chg="mod">
          <ac:chgData name="Tirsi Prebibaj" userId="" providerId="" clId="Web-{8EBAAA4A-2E50-490A-B2D4-D2907DFEF4E6}" dt="2023-11-20T07:58:01.766" v="64" actId="20577"/>
          <ac:spMkLst>
            <pc:docMk/>
            <pc:sldMk cId="1100675199" sldId="327"/>
            <ac:spMk id="2" creationId="{2D075689-02E7-8AED-8A62-B7C3D91FAC31}"/>
          </ac:spMkLst>
        </pc:spChg>
        <pc:spChg chg="del">
          <ac:chgData name="Tirsi Prebibaj" userId="" providerId="" clId="Web-{8EBAAA4A-2E50-490A-B2D4-D2907DFEF4E6}" dt="2023-11-20T07:57:58.125" v="62"/>
          <ac:spMkLst>
            <pc:docMk/>
            <pc:sldMk cId="1100675199" sldId="327"/>
            <ac:spMk id="3" creationId="{D6AE3DDD-88FF-F747-0390-A8ECC229A8EB}"/>
          </ac:spMkLst>
        </pc:spChg>
        <pc:spChg chg="del">
          <ac:chgData name="Tirsi Prebibaj" userId="" providerId="" clId="Web-{8EBAAA4A-2E50-490A-B2D4-D2907DFEF4E6}" dt="2023-11-20T07:57:58.125" v="61"/>
          <ac:spMkLst>
            <pc:docMk/>
            <pc:sldMk cId="1100675199" sldId="327"/>
            <ac:spMk id="4" creationId="{4CFEC7E4-002A-3C93-5F05-0CF877923AB1}"/>
          </ac:spMkLst>
        </pc:spChg>
        <pc:spChg chg="add del mod">
          <ac:chgData name="Tirsi Prebibaj" userId="" providerId="" clId="Web-{8EBAAA4A-2E50-490A-B2D4-D2907DFEF4E6}" dt="2023-11-20T07:58:15.767" v="68"/>
          <ac:spMkLst>
            <pc:docMk/>
            <pc:sldMk cId="1100675199" sldId="327"/>
            <ac:spMk id="7" creationId="{A42B22F5-699C-749D-FE2E-1F10401F99F7}"/>
          </ac:spMkLst>
        </pc:spChg>
        <pc:spChg chg="add mod">
          <ac:chgData name="Tirsi Prebibaj" userId="" providerId="" clId="Web-{8EBAAA4A-2E50-490A-B2D4-D2907DFEF4E6}" dt="2023-11-20T08:05:01.547" v="194" actId="1076"/>
          <ac:spMkLst>
            <pc:docMk/>
            <pc:sldMk cId="1100675199" sldId="327"/>
            <ac:spMk id="9" creationId="{BA6B0112-253C-D4C1-1021-8C07F8D11EC8}"/>
          </ac:spMkLst>
        </pc:spChg>
        <pc:picChg chg="add mod">
          <ac:chgData name="Tirsi Prebibaj" userId="" providerId="" clId="Web-{8EBAAA4A-2E50-490A-B2D4-D2907DFEF4E6}" dt="2023-11-20T08:00:26.084" v="106" actId="1076"/>
          <ac:picMkLst>
            <pc:docMk/>
            <pc:sldMk cId="1100675199" sldId="327"/>
            <ac:picMk id="10" creationId="{4D40A9BE-0A38-543F-F26A-E0F0EF70993F}"/>
          </ac:picMkLst>
        </pc:picChg>
      </pc:sldChg>
    </pc:docChg>
  </pc:docChgLst>
  <pc:docChgLst>
    <pc:chgData name="Tirsi Prebibaj" clId="Web-{1A9019A3-3119-4848-A44F-495F648B87E0}"/>
    <pc:docChg chg="modSld">
      <pc:chgData name="Tirsi Prebibaj" userId="" providerId="" clId="Web-{1A9019A3-3119-4848-A44F-495F648B87E0}" dt="2024-03-15T16:40:20.392" v="524" actId="20577"/>
      <pc:docMkLst>
        <pc:docMk/>
      </pc:docMkLst>
      <pc:sldChg chg="addSp delSp modSp">
        <pc:chgData name="Tirsi Prebibaj" userId="" providerId="" clId="Web-{1A9019A3-3119-4848-A44F-495F648B87E0}" dt="2024-03-15T16:40:20.392" v="524" actId="20577"/>
        <pc:sldMkLst>
          <pc:docMk/>
          <pc:sldMk cId="4069672305" sldId="362"/>
        </pc:sldMkLst>
        <pc:spChg chg="mod">
          <ac:chgData name="Tirsi Prebibaj" userId="" providerId="" clId="Web-{1A9019A3-3119-4848-A44F-495F648B87E0}" dt="2024-03-15T16:40:20.392" v="524" actId="20577"/>
          <ac:spMkLst>
            <pc:docMk/>
            <pc:sldMk cId="4069672305" sldId="362"/>
            <ac:spMk id="3" creationId="{51E4999B-6F1A-0519-0176-AC211CBFA6F2}"/>
          </ac:spMkLst>
        </pc:spChg>
        <pc:inkChg chg="add">
          <ac:chgData name="Tirsi Prebibaj" userId="" providerId="" clId="Web-{1A9019A3-3119-4848-A44F-495F648B87E0}" dt="2024-03-15T16:34:06.100" v="251"/>
          <ac:inkMkLst>
            <pc:docMk/>
            <pc:sldMk cId="4069672305" sldId="362"/>
            <ac:inkMk id="4" creationId="{DE9BC7A7-3E9A-4B07-361E-7ACD46AC9715}"/>
          </ac:inkMkLst>
        </pc:inkChg>
        <pc:inkChg chg="add del">
          <ac:chgData name="Tirsi Prebibaj" userId="" providerId="" clId="Web-{1A9019A3-3119-4848-A44F-495F648B87E0}" dt="2024-03-15T16:34:18.601" v="257"/>
          <ac:inkMkLst>
            <pc:docMk/>
            <pc:sldMk cId="4069672305" sldId="362"/>
            <ac:inkMk id="5" creationId="{D84A60E8-79D0-9A16-6B99-3F530D8853BC}"/>
          </ac:inkMkLst>
        </pc:inkChg>
        <pc:inkChg chg="add del">
          <ac:chgData name="Tirsi Prebibaj" userId="" providerId="" clId="Web-{1A9019A3-3119-4848-A44F-495F648B87E0}" dt="2024-03-15T16:34:16.054" v="256"/>
          <ac:inkMkLst>
            <pc:docMk/>
            <pc:sldMk cId="4069672305" sldId="362"/>
            <ac:inkMk id="6" creationId="{3F5637B0-8F20-22BA-7BAA-948498408B5B}"/>
          </ac:inkMkLst>
        </pc:inkChg>
        <pc:inkChg chg="add del">
          <ac:chgData name="Tirsi Prebibaj" userId="" providerId="" clId="Web-{1A9019A3-3119-4848-A44F-495F648B87E0}" dt="2024-03-15T16:34:12.991" v="255"/>
          <ac:inkMkLst>
            <pc:docMk/>
            <pc:sldMk cId="4069672305" sldId="362"/>
            <ac:inkMk id="7" creationId="{3DD7B363-B845-F412-5C2A-C015FB8992AF}"/>
          </ac:inkMkLst>
        </pc:inkChg>
      </pc:sldChg>
    </pc:docChg>
  </pc:docChgLst>
  <pc:docChgLst>
    <pc:chgData name="Tirsi Prebibaj" clId="Web-{0E385977-7273-495F-A3A2-6293A6B7F61C}"/>
    <pc:docChg chg="modSld">
      <pc:chgData name="Tirsi Prebibaj" userId="" providerId="" clId="Web-{0E385977-7273-495F-A3A2-6293A6B7F61C}" dt="2024-03-25T13:25:32.590" v="92"/>
      <pc:docMkLst>
        <pc:docMk/>
      </pc:docMkLst>
      <pc:sldChg chg="addSp delSp modSp">
        <pc:chgData name="Tirsi Prebibaj" userId="" providerId="" clId="Web-{0E385977-7273-495F-A3A2-6293A6B7F61C}" dt="2024-03-25T13:22:19.523" v="49" actId="20577"/>
        <pc:sldMkLst>
          <pc:docMk/>
          <pc:sldMk cId="3621187992" sldId="376"/>
        </pc:sldMkLst>
        <pc:spChg chg="add del mod">
          <ac:chgData name="Tirsi Prebibaj" userId="" providerId="" clId="Web-{0E385977-7273-495F-A3A2-6293A6B7F61C}" dt="2024-03-25T13:22:19.523" v="49" actId="20577"/>
          <ac:spMkLst>
            <pc:docMk/>
            <pc:sldMk cId="3621187992" sldId="376"/>
            <ac:spMk id="2" creationId="{10F98A94-B671-E78F-7F7E-B1DFF0ADEA9F}"/>
          </ac:spMkLst>
        </pc:spChg>
        <pc:spChg chg="add del mod">
          <ac:chgData name="Tirsi Prebibaj" userId="" providerId="" clId="Web-{0E385977-7273-495F-A3A2-6293A6B7F61C}" dt="2024-03-25T13:06:33.774" v="6"/>
          <ac:spMkLst>
            <pc:docMk/>
            <pc:sldMk cId="3621187992" sldId="376"/>
            <ac:spMk id="7" creationId="{7D3B1C3A-64C6-B26F-4EE2-B9BC1874A686}"/>
          </ac:spMkLst>
        </pc:spChg>
      </pc:sldChg>
      <pc:sldChg chg="modSp">
        <pc:chgData name="Tirsi Prebibaj" userId="" providerId="" clId="Web-{0E385977-7273-495F-A3A2-6293A6B7F61C}" dt="2024-03-25T12:57:22.065" v="4" actId="1076"/>
        <pc:sldMkLst>
          <pc:docMk/>
          <pc:sldMk cId="2125874709" sldId="380"/>
        </pc:sldMkLst>
        <pc:spChg chg="mod">
          <ac:chgData name="Tirsi Prebibaj" userId="" providerId="" clId="Web-{0E385977-7273-495F-A3A2-6293A6B7F61C}" dt="2024-03-25T12:57:22.065" v="4" actId="1076"/>
          <ac:spMkLst>
            <pc:docMk/>
            <pc:sldMk cId="2125874709" sldId="380"/>
            <ac:spMk id="4" creationId="{61BE83B8-225B-ED94-0CCF-7350C665C0D2}"/>
          </ac:spMkLst>
        </pc:spChg>
      </pc:sldChg>
      <pc:sldChg chg="addSp modSp addAnim delAnim modAnim modNotes">
        <pc:chgData name="Tirsi Prebibaj" userId="" providerId="" clId="Web-{0E385977-7273-495F-A3A2-6293A6B7F61C}" dt="2024-03-25T13:25:32.590" v="92"/>
        <pc:sldMkLst>
          <pc:docMk/>
          <pc:sldMk cId="421842917" sldId="390"/>
        </pc:sldMkLst>
        <pc:spChg chg="add mod">
          <ac:chgData name="Tirsi Prebibaj" userId="" providerId="" clId="Web-{0E385977-7273-495F-A3A2-6293A6B7F61C}" dt="2024-03-25T13:24:34.323" v="87" actId="1076"/>
          <ac:spMkLst>
            <pc:docMk/>
            <pc:sldMk cId="421842917" sldId="390"/>
            <ac:spMk id="8" creationId="{8728874B-5CD8-4995-B358-9AEBFF266D4B}"/>
          </ac:spMkLst>
        </pc:spChg>
        <pc:spChg chg="mod">
          <ac:chgData name="Tirsi Prebibaj" userId="" providerId="" clId="Web-{0E385977-7273-495F-A3A2-6293A6B7F61C}" dt="2024-03-25T13:24:00.104" v="83" actId="20577"/>
          <ac:spMkLst>
            <pc:docMk/>
            <pc:sldMk cId="421842917" sldId="390"/>
            <ac:spMk id="22" creationId="{B3CE1177-692D-2E4C-21D9-3F5B67EF5960}"/>
          </ac:spMkLst>
        </pc:spChg>
        <pc:cxnChg chg="add mod">
          <ac:chgData name="Tirsi Prebibaj" userId="" providerId="" clId="Web-{0E385977-7273-495F-A3A2-6293A6B7F61C}" dt="2024-03-25T13:24:34.307" v="86" actId="1076"/>
          <ac:cxnSpMkLst>
            <pc:docMk/>
            <pc:sldMk cId="421842917" sldId="390"/>
            <ac:cxnSpMk id="6" creationId="{F4377BB4-A6DB-8BF1-F8A3-D0351E392ACF}"/>
          </ac:cxnSpMkLst>
        </pc:cxnChg>
      </pc:sldChg>
      <pc:sldChg chg="addSp delSp">
        <pc:chgData name="Tirsi Prebibaj" userId="" providerId="" clId="Web-{0E385977-7273-495F-A3A2-6293A6B7F61C}" dt="2024-03-25T12:57:04.158" v="2"/>
        <pc:sldMkLst>
          <pc:docMk/>
          <pc:sldMk cId="3884587515" sldId="405"/>
        </pc:sldMkLst>
        <pc:spChg chg="add del">
          <ac:chgData name="Tirsi Prebibaj" userId="" providerId="" clId="Web-{0E385977-7273-495F-A3A2-6293A6B7F61C}" dt="2024-03-25T12:57:04.158" v="2"/>
          <ac:spMkLst>
            <pc:docMk/>
            <pc:sldMk cId="3884587515" sldId="405"/>
            <ac:spMk id="9" creationId="{23432A03-70D5-482D-1D35-FC109F0C6522}"/>
          </ac:spMkLst>
        </pc:spChg>
      </pc:sldChg>
    </pc:docChg>
  </pc:docChgLst>
  <pc:docChgLst>
    <pc:chgData name="Tirsi Prebibaj" clId="Web-{CC32C358-509C-4036-8E5A-4630C3B5BEC7}"/>
    <pc:docChg chg="modSld">
      <pc:chgData name="Tirsi Prebibaj" userId="" providerId="" clId="Web-{CC32C358-509C-4036-8E5A-4630C3B5BEC7}" dt="2024-03-27T14:19:50.828" v="28" actId="1076"/>
      <pc:docMkLst>
        <pc:docMk/>
      </pc:docMkLst>
      <pc:sldChg chg="addSp modSp">
        <pc:chgData name="Tirsi Prebibaj" userId="" providerId="" clId="Web-{CC32C358-509C-4036-8E5A-4630C3B5BEC7}" dt="2024-03-27T14:19:50.828" v="28" actId="1076"/>
        <pc:sldMkLst>
          <pc:docMk/>
          <pc:sldMk cId="2125874709" sldId="380"/>
        </pc:sldMkLst>
        <pc:spChg chg="add mod">
          <ac:chgData name="Tirsi Prebibaj" userId="" providerId="" clId="Web-{CC32C358-509C-4036-8E5A-4630C3B5BEC7}" dt="2024-03-27T14:19:50.828" v="28" actId="1076"/>
          <ac:spMkLst>
            <pc:docMk/>
            <pc:sldMk cId="2125874709" sldId="380"/>
            <ac:spMk id="7" creationId="{DCEA4BC2-611E-7307-A93B-22FBBE78E994}"/>
          </ac:spMkLst>
        </pc:spChg>
        <pc:picChg chg="mod">
          <ac:chgData name="Tirsi Prebibaj" userId="" providerId="" clId="Web-{CC32C358-509C-4036-8E5A-4630C3B5BEC7}" dt="2024-03-27T14:18:02.374" v="1" actId="1076"/>
          <ac:picMkLst>
            <pc:docMk/>
            <pc:sldMk cId="2125874709" sldId="380"/>
            <ac:picMk id="3" creationId="{A9BA9139-E293-59C4-E115-24091707F9F2}"/>
          </ac:picMkLst>
        </pc:picChg>
      </pc:sldChg>
    </pc:docChg>
  </pc:docChgLst>
  <pc:docChgLst>
    <pc:chgData name="Tirsi Prebibaj" clId="Web-{D1A48CBB-23F7-45A4-A0B5-A9AA1DBBC7A7}"/>
    <pc:docChg chg="addSld modSld modSection">
      <pc:chgData name="Tirsi Prebibaj" userId="" providerId="" clId="Web-{D1A48CBB-23F7-45A4-A0B5-A9AA1DBBC7A7}" dt="2023-11-14T13:32:02.959" v="318" actId="20577"/>
      <pc:docMkLst>
        <pc:docMk/>
      </pc:docMkLst>
      <pc:sldChg chg="modSp add">
        <pc:chgData name="Tirsi Prebibaj" userId="" providerId="" clId="Web-{D1A48CBB-23F7-45A4-A0B5-A9AA1DBBC7A7}" dt="2023-11-14T13:32:02.959" v="318" actId="20577"/>
        <pc:sldMkLst>
          <pc:docMk/>
          <pc:sldMk cId="2566097359" sldId="322"/>
        </pc:sldMkLst>
        <pc:spChg chg="mod">
          <ac:chgData name="Tirsi Prebibaj" userId="" providerId="" clId="Web-{D1A48CBB-23F7-45A4-A0B5-A9AA1DBBC7A7}" dt="2023-11-14T13:30:49.924" v="246" actId="20577"/>
          <ac:spMkLst>
            <pc:docMk/>
            <pc:sldMk cId="2566097359" sldId="322"/>
            <ac:spMk id="2" creationId="{ECFC04D1-56A0-E0B6-9195-89D4658A01AE}"/>
          </ac:spMkLst>
        </pc:spChg>
        <pc:spChg chg="mod">
          <ac:chgData name="Tirsi Prebibaj" userId="" providerId="" clId="Web-{D1A48CBB-23F7-45A4-A0B5-A9AA1DBBC7A7}" dt="2023-11-14T13:32:02.959" v="318" actId="20577"/>
          <ac:spMkLst>
            <pc:docMk/>
            <pc:sldMk cId="2566097359" sldId="322"/>
            <ac:spMk id="3" creationId="{51E4999B-6F1A-0519-0176-AC211CBFA6F2}"/>
          </ac:spMkLst>
        </pc:spChg>
      </pc:sldChg>
    </pc:docChg>
  </pc:docChgLst>
  <pc:docChgLst>
    <pc:chgData name="Tirsi Prebibaj" clId="Web-{A82CC6A1-1339-4527-BB53-034D5C13DFE3}"/>
    <pc:docChg chg="modSld">
      <pc:chgData name="Tirsi Prebibaj" userId="" providerId="" clId="Web-{A82CC6A1-1339-4527-BB53-034D5C13DFE3}" dt="2024-03-26T08:04:34.839" v="36" actId="14100"/>
      <pc:docMkLst>
        <pc:docMk/>
      </pc:docMkLst>
      <pc:sldChg chg="modSp">
        <pc:chgData name="Tirsi Prebibaj" userId="" providerId="" clId="Web-{A82CC6A1-1339-4527-BB53-034D5C13DFE3}" dt="2024-03-26T08:04:34.839" v="36" actId="14100"/>
        <pc:sldMkLst>
          <pc:docMk/>
          <pc:sldMk cId="260791214" sldId="341"/>
        </pc:sldMkLst>
        <pc:spChg chg="mod">
          <ac:chgData name="Tirsi Prebibaj" userId="" providerId="" clId="Web-{A82CC6A1-1339-4527-BB53-034D5C13DFE3}" dt="2024-03-26T08:04:34.839" v="36" actId="14100"/>
          <ac:spMkLst>
            <pc:docMk/>
            <pc:sldMk cId="260791214" sldId="341"/>
            <ac:spMk id="7" creationId="{21D57FAA-91C4-E564-1A29-10526A877500}"/>
          </ac:spMkLst>
        </pc:spChg>
      </pc:sldChg>
      <pc:sldChg chg="modSp">
        <pc:chgData name="Tirsi Prebibaj" userId="" providerId="" clId="Web-{A82CC6A1-1339-4527-BB53-034D5C13DFE3}" dt="2024-03-26T08:02:46.960" v="5" actId="20577"/>
        <pc:sldMkLst>
          <pc:docMk/>
          <pc:sldMk cId="3375492407" sldId="370"/>
        </pc:sldMkLst>
        <pc:spChg chg="mod">
          <ac:chgData name="Tirsi Prebibaj" userId="" providerId="" clId="Web-{A82CC6A1-1339-4527-BB53-034D5C13DFE3}" dt="2024-03-26T08:02:46.960" v="5" actId="20577"/>
          <ac:spMkLst>
            <pc:docMk/>
            <pc:sldMk cId="3375492407" sldId="370"/>
            <ac:spMk id="11" creationId="{4BA9BCD7-9238-556C-3696-2DFD18E3E8EC}"/>
          </ac:spMkLst>
        </pc:spChg>
      </pc:sldChg>
      <pc:sldChg chg="modSp">
        <pc:chgData name="Tirsi Prebibaj" userId="" providerId="" clId="Web-{A82CC6A1-1339-4527-BB53-034D5C13DFE3}" dt="2024-03-26T08:03:56.432" v="27" actId="1076"/>
        <pc:sldMkLst>
          <pc:docMk/>
          <pc:sldMk cId="2804093168" sldId="371"/>
        </pc:sldMkLst>
        <pc:spChg chg="mod">
          <ac:chgData name="Tirsi Prebibaj" userId="" providerId="" clId="Web-{A82CC6A1-1339-4527-BB53-034D5C13DFE3}" dt="2024-03-26T08:03:56.432" v="27" actId="1076"/>
          <ac:spMkLst>
            <pc:docMk/>
            <pc:sldMk cId="2804093168" sldId="371"/>
            <ac:spMk id="6" creationId="{1C266E16-27F0-8FA8-1848-B9C0B818E052}"/>
          </ac:spMkLst>
        </pc:spChg>
        <pc:spChg chg="mod">
          <ac:chgData name="Tirsi Prebibaj" userId="" providerId="" clId="Web-{A82CC6A1-1339-4527-BB53-034D5C13DFE3}" dt="2024-03-26T08:03:18.805" v="11" actId="1076"/>
          <ac:spMkLst>
            <pc:docMk/>
            <pc:sldMk cId="2804093168" sldId="371"/>
            <ac:spMk id="12" creationId="{09E0E883-2B23-7FA0-3F7C-7CDCCD780CD0}"/>
          </ac:spMkLst>
        </pc:spChg>
      </pc:sldChg>
      <pc:sldChg chg="modSp">
        <pc:chgData name="Tirsi Prebibaj" userId="" providerId="" clId="Web-{A82CC6A1-1339-4527-BB53-034D5C13DFE3}" dt="2024-03-26T08:01:21.754" v="2" actId="1076"/>
        <pc:sldMkLst>
          <pc:docMk/>
          <pc:sldMk cId="2125874709" sldId="380"/>
        </pc:sldMkLst>
        <pc:spChg chg="mod">
          <ac:chgData name="Tirsi Prebibaj" userId="" providerId="" clId="Web-{A82CC6A1-1339-4527-BB53-034D5C13DFE3}" dt="2024-03-26T08:01:21.754" v="2" actId="1076"/>
          <ac:spMkLst>
            <pc:docMk/>
            <pc:sldMk cId="2125874709" sldId="380"/>
            <ac:spMk id="10" creationId="{D5FF9641-B6FF-1AB0-F1EA-B346103E9EC9}"/>
          </ac:spMkLst>
        </pc:spChg>
      </pc:sldChg>
      <pc:sldChg chg="modSp">
        <pc:chgData name="Tirsi Prebibaj" userId="" providerId="" clId="Web-{A82CC6A1-1339-4527-BB53-034D5C13DFE3}" dt="2024-03-26T08:00:35.972" v="0" actId="1076"/>
        <pc:sldMkLst>
          <pc:docMk/>
          <pc:sldMk cId="421842917" sldId="390"/>
        </pc:sldMkLst>
        <pc:spChg chg="mod">
          <ac:chgData name="Tirsi Prebibaj" userId="" providerId="" clId="Web-{A82CC6A1-1339-4527-BB53-034D5C13DFE3}" dt="2024-03-26T08:00:35.972" v="0" actId="1076"/>
          <ac:spMkLst>
            <pc:docMk/>
            <pc:sldMk cId="421842917" sldId="390"/>
            <ac:spMk id="22" creationId="{B3CE1177-692D-2E4C-21D9-3F5B67EF5960}"/>
          </ac:spMkLst>
        </pc:spChg>
      </pc:sldChg>
      <pc:sldChg chg="modSp">
        <pc:chgData name="Tirsi Prebibaj" userId="" providerId="" clId="Web-{A82CC6A1-1339-4527-BB53-034D5C13DFE3}" dt="2024-03-26T08:01:11.238" v="1" actId="1076"/>
        <pc:sldMkLst>
          <pc:docMk/>
          <pc:sldMk cId="538447202" sldId="393"/>
        </pc:sldMkLst>
        <pc:picChg chg="mod">
          <ac:chgData name="Tirsi Prebibaj" userId="" providerId="" clId="Web-{A82CC6A1-1339-4527-BB53-034D5C13DFE3}" dt="2024-03-26T08:01:11.238" v="1" actId="1076"/>
          <ac:picMkLst>
            <pc:docMk/>
            <pc:sldMk cId="538447202" sldId="393"/>
            <ac:picMk id="1026" creationId="{21133679-95F9-CBB8-AF3B-05D3DE00BF01}"/>
          </ac:picMkLst>
        </pc:picChg>
      </pc:sldChg>
    </pc:docChg>
  </pc:docChgLst>
  <pc:docChgLst>
    <pc:chgData name="Tirsi Prebibaj" clId="Web-{849C7992-1738-4C2D-B2CF-6AE2550019CF}"/>
    <pc:docChg chg="modSld">
      <pc:chgData name="Tirsi Prebibaj" userId="" providerId="" clId="Web-{849C7992-1738-4C2D-B2CF-6AE2550019CF}" dt="2024-03-20T14:46:20.156" v="267"/>
      <pc:docMkLst>
        <pc:docMk/>
      </pc:docMkLst>
      <pc:sldChg chg="modNotes">
        <pc:chgData name="Tirsi Prebibaj" userId="" providerId="" clId="Web-{849C7992-1738-4C2D-B2CF-6AE2550019CF}" dt="2024-03-20T14:46:14.312" v="263"/>
        <pc:sldMkLst>
          <pc:docMk/>
          <pc:sldMk cId="1853143229" sldId="372"/>
        </pc:sldMkLst>
      </pc:sldChg>
      <pc:sldChg chg="modSp modNotes">
        <pc:chgData name="Tirsi Prebibaj" userId="" providerId="" clId="Web-{849C7992-1738-4C2D-B2CF-6AE2550019CF}" dt="2024-03-20T14:41:04.911" v="116" actId="20577"/>
        <pc:sldMkLst>
          <pc:docMk/>
          <pc:sldMk cId="1170239364" sldId="374"/>
        </pc:sldMkLst>
        <pc:spChg chg="mod">
          <ac:chgData name="Tirsi Prebibaj" userId="" providerId="" clId="Web-{849C7992-1738-4C2D-B2CF-6AE2550019CF}" dt="2024-03-20T14:41:04.911" v="116" actId="20577"/>
          <ac:spMkLst>
            <pc:docMk/>
            <pc:sldMk cId="1170239364" sldId="374"/>
            <ac:spMk id="10" creationId="{E5BB3781-89C2-95F9-9305-20E0D5BD31EA}"/>
          </ac:spMkLst>
        </pc:spChg>
      </pc:sldChg>
      <pc:sldChg chg="modNotes">
        <pc:chgData name="Tirsi Prebibaj" userId="" providerId="" clId="Web-{849C7992-1738-4C2D-B2CF-6AE2550019CF}" dt="2024-03-20T14:35:48.776" v="15"/>
        <pc:sldMkLst>
          <pc:docMk/>
          <pc:sldMk cId="2125874709" sldId="380"/>
        </pc:sldMkLst>
      </pc:sldChg>
      <pc:sldChg chg="modNotes">
        <pc:chgData name="Tirsi Prebibaj" userId="" providerId="" clId="Web-{849C7992-1738-4C2D-B2CF-6AE2550019CF}" dt="2024-03-20T14:38:48.141" v="84"/>
        <pc:sldMkLst>
          <pc:docMk/>
          <pc:sldMk cId="3185685663" sldId="381"/>
        </pc:sldMkLst>
      </pc:sldChg>
      <pc:sldChg chg="modNotes">
        <pc:chgData name="Tirsi Prebibaj" userId="" providerId="" clId="Web-{849C7992-1738-4C2D-B2CF-6AE2550019CF}" dt="2024-03-20T14:43:06.165" v="220"/>
        <pc:sldMkLst>
          <pc:docMk/>
          <pc:sldMk cId="2267497006" sldId="382"/>
        </pc:sldMkLst>
      </pc:sldChg>
      <pc:sldChg chg="modNotes">
        <pc:chgData name="Tirsi Prebibaj" userId="" providerId="" clId="Web-{849C7992-1738-4C2D-B2CF-6AE2550019CF}" dt="2024-03-20T14:44:55.825" v="239"/>
        <pc:sldMkLst>
          <pc:docMk/>
          <pc:sldMk cId="4199460777" sldId="383"/>
        </pc:sldMkLst>
      </pc:sldChg>
      <pc:sldChg chg="modNotes">
        <pc:chgData name="Tirsi Prebibaj" userId="" providerId="" clId="Web-{849C7992-1738-4C2D-B2CF-6AE2550019CF}" dt="2024-03-20T14:46:20.156" v="267"/>
        <pc:sldMkLst>
          <pc:docMk/>
          <pc:sldMk cId="3884587515" sldId="405"/>
        </pc:sldMkLst>
      </pc:sldChg>
    </pc:docChg>
  </pc:docChgLst>
  <pc:docChgLst>
    <pc:chgData name="Tirsi Prebibaj" clId="Web-{53D69064-9337-4492-9B0E-BD8629CB275D}"/>
    <pc:docChg chg="modSld">
      <pc:chgData name="Tirsi Prebibaj" userId="" providerId="" clId="Web-{53D69064-9337-4492-9B0E-BD8629CB275D}" dt="2024-03-25T09:05:45.855" v="1" actId="20577"/>
      <pc:docMkLst>
        <pc:docMk/>
      </pc:docMkLst>
      <pc:sldChg chg="modSp">
        <pc:chgData name="Tirsi Prebibaj" userId="" providerId="" clId="Web-{53D69064-9337-4492-9B0E-BD8629CB275D}" dt="2024-03-25T09:05:45.855" v="1" actId="20577"/>
        <pc:sldMkLst>
          <pc:docMk/>
          <pc:sldMk cId="2804093168" sldId="371"/>
        </pc:sldMkLst>
        <pc:spChg chg="mod">
          <ac:chgData name="Tirsi Prebibaj" userId="" providerId="" clId="Web-{53D69064-9337-4492-9B0E-BD8629CB275D}" dt="2024-03-25T09:05:45.855" v="1" actId="20577"/>
          <ac:spMkLst>
            <pc:docMk/>
            <pc:sldMk cId="2804093168" sldId="371"/>
            <ac:spMk id="2" creationId="{754A644B-0E71-3B25-655F-B10CEFF0489F}"/>
          </ac:spMkLst>
        </pc:spChg>
      </pc:sldChg>
    </pc:docChg>
  </pc:docChgLst>
  <pc:docChgLst>
    <pc:chgData name="Tirsi Prebibaj" userId="+GYLHarxZ+dPTLHn7NL7dVppsqJUwCwiKXJTVYlMKO0=" providerId="None" clId="Web-{2306F054-1CE9-4D49-BB9B-20431F6332F5}"/>
    <pc:docChg chg="modSld">
      <pc:chgData name="Tirsi Prebibaj" userId="+GYLHarxZ+dPTLHn7NL7dVppsqJUwCwiKXJTVYlMKO0=" providerId="None" clId="Web-{2306F054-1CE9-4D49-BB9B-20431F6332F5}" dt="2024-08-21T09:33:14.976" v="578" actId="20577"/>
      <pc:docMkLst>
        <pc:docMk/>
      </pc:docMkLst>
      <pc:sldChg chg="modSp">
        <pc:chgData name="Tirsi Prebibaj" userId="+GYLHarxZ+dPTLHn7NL7dVppsqJUwCwiKXJTVYlMKO0=" providerId="None" clId="Web-{2306F054-1CE9-4D49-BB9B-20431F6332F5}" dt="2024-08-21T08:21:55.376" v="3" actId="20577"/>
        <pc:sldMkLst>
          <pc:docMk/>
          <pc:sldMk cId="2587703621" sldId="373"/>
        </pc:sldMkLst>
        <pc:spChg chg="mod">
          <ac:chgData name="Tirsi Prebibaj" userId="+GYLHarxZ+dPTLHn7NL7dVppsqJUwCwiKXJTVYlMKO0=" providerId="None" clId="Web-{2306F054-1CE9-4D49-BB9B-20431F6332F5}" dt="2024-08-21T08:21:55.376" v="3" actId="20577"/>
          <ac:spMkLst>
            <pc:docMk/>
            <pc:sldMk cId="2587703621" sldId="373"/>
            <ac:spMk id="4" creationId="{0888391B-CAAB-8EDB-CA30-AF87F9533E97}"/>
          </ac:spMkLst>
        </pc:spChg>
      </pc:sldChg>
      <pc:sldChg chg="addSp delSp modSp addAnim delAnim">
        <pc:chgData name="Tirsi Prebibaj" userId="+GYLHarxZ+dPTLHn7NL7dVppsqJUwCwiKXJTVYlMKO0=" providerId="None" clId="Web-{2306F054-1CE9-4D49-BB9B-20431F6332F5}" dt="2024-08-21T09:16:48.569" v="568" actId="20577"/>
        <pc:sldMkLst>
          <pc:docMk/>
          <pc:sldMk cId="2267497006" sldId="382"/>
        </pc:sldMkLst>
        <pc:spChg chg="del mod">
          <ac:chgData name="Tirsi Prebibaj" userId="+GYLHarxZ+dPTLHn7NL7dVppsqJUwCwiKXJTVYlMKO0=" providerId="None" clId="Web-{2306F054-1CE9-4D49-BB9B-20431F6332F5}" dt="2024-08-21T08:45:11.960" v="224"/>
          <ac:spMkLst>
            <pc:docMk/>
            <pc:sldMk cId="2267497006" sldId="382"/>
            <ac:spMk id="3" creationId="{E49218B3-7CB0-BD29-F0D7-68492A1E58B0}"/>
          </ac:spMkLst>
        </pc:spChg>
        <pc:spChg chg="add mod">
          <ac:chgData name="Tirsi Prebibaj" userId="+GYLHarxZ+dPTLHn7NL7dVppsqJUwCwiKXJTVYlMKO0=" providerId="None" clId="Web-{2306F054-1CE9-4D49-BB9B-20431F6332F5}" dt="2024-08-21T09:16:48.569" v="568" actId="20577"/>
          <ac:spMkLst>
            <pc:docMk/>
            <pc:sldMk cId="2267497006" sldId="382"/>
            <ac:spMk id="8" creationId="{B1106D6D-2CD8-DC2D-AB09-6A539ACF12D4}"/>
          </ac:spMkLst>
        </pc:spChg>
        <pc:picChg chg="del">
          <ac:chgData name="Tirsi Prebibaj" userId="+GYLHarxZ+dPTLHn7NL7dVppsqJUwCwiKXJTVYlMKO0=" providerId="None" clId="Web-{2306F054-1CE9-4D49-BB9B-20431F6332F5}" dt="2024-08-21T09:04:48.858" v="378"/>
          <ac:picMkLst>
            <pc:docMk/>
            <pc:sldMk cId="2267497006" sldId="382"/>
            <ac:picMk id="9" creationId="{11C68AAE-6917-2D56-1658-A351C4166757}"/>
          </ac:picMkLst>
        </pc:picChg>
        <pc:picChg chg="add del mod">
          <ac:chgData name="Tirsi Prebibaj" userId="+GYLHarxZ+dPTLHn7NL7dVppsqJUwCwiKXJTVYlMKO0=" providerId="None" clId="Web-{2306F054-1CE9-4D49-BB9B-20431F6332F5}" dt="2024-08-21T09:05:56.704" v="387"/>
          <ac:picMkLst>
            <pc:docMk/>
            <pc:sldMk cId="2267497006" sldId="382"/>
            <ac:picMk id="10" creationId="{B686ED41-4A6F-ED3A-7C8B-8D803C8F85D5}"/>
          </ac:picMkLst>
        </pc:picChg>
        <pc:picChg chg="add del mod">
          <ac:chgData name="Tirsi Prebibaj" userId="+GYLHarxZ+dPTLHn7NL7dVppsqJUwCwiKXJTVYlMKO0=" providerId="None" clId="Web-{2306F054-1CE9-4D49-BB9B-20431F6332F5}" dt="2024-08-21T09:05:56.704" v="386"/>
          <ac:picMkLst>
            <pc:docMk/>
            <pc:sldMk cId="2267497006" sldId="382"/>
            <ac:picMk id="11" creationId="{4EA3EB64-DD70-F5DA-6A3B-416E41E0931A}"/>
          </ac:picMkLst>
        </pc:picChg>
        <pc:picChg chg="add del mod">
          <ac:chgData name="Tirsi Prebibaj" userId="+GYLHarxZ+dPTLHn7NL7dVppsqJUwCwiKXJTVYlMKO0=" providerId="None" clId="Web-{2306F054-1CE9-4D49-BB9B-20431F6332F5}" dt="2024-08-21T09:06:16.017" v="390"/>
          <ac:picMkLst>
            <pc:docMk/>
            <pc:sldMk cId="2267497006" sldId="382"/>
            <ac:picMk id="12" creationId="{A9290148-5917-1C86-9C86-D2A021EF1A74}"/>
          </ac:picMkLst>
        </pc:picChg>
        <pc:picChg chg="add del mod">
          <ac:chgData name="Tirsi Prebibaj" userId="+GYLHarxZ+dPTLHn7NL7dVppsqJUwCwiKXJTVYlMKO0=" providerId="None" clId="Web-{2306F054-1CE9-4D49-BB9B-20431F6332F5}" dt="2024-08-21T09:06:47.705" v="392"/>
          <ac:picMkLst>
            <pc:docMk/>
            <pc:sldMk cId="2267497006" sldId="382"/>
            <ac:picMk id="13" creationId="{85D6EC74-39F9-DC70-5F99-C172FA41C89C}"/>
          </ac:picMkLst>
        </pc:picChg>
        <pc:picChg chg="add mod">
          <ac:chgData name="Tirsi Prebibaj" userId="+GYLHarxZ+dPTLHn7NL7dVppsqJUwCwiKXJTVYlMKO0=" providerId="None" clId="Web-{2306F054-1CE9-4D49-BB9B-20431F6332F5}" dt="2024-08-21T09:08:04.849" v="400" actId="1076"/>
          <ac:picMkLst>
            <pc:docMk/>
            <pc:sldMk cId="2267497006" sldId="382"/>
            <ac:picMk id="14" creationId="{FBCCFFA1-BCBD-05AD-5A53-BCFAC208D959}"/>
          </ac:picMkLst>
        </pc:picChg>
        <pc:picChg chg="add mod">
          <ac:chgData name="Tirsi Prebibaj" userId="+GYLHarxZ+dPTLHn7NL7dVppsqJUwCwiKXJTVYlMKO0=" providerId="None" clId="Web-{2306F054-1CE9-4D49-BB9B-20431F6332F5}" dt="2024-08-21T09:08:07.286" v="401" actId="1076"/>
          <ac:picMkLst>
            <pc:docMk/>
            <pc:sldMk cId="2267497006" sldId="382"/>
            <ac:picMk id="15" creationId="{CD224E6D-9DCB-7C62-1BFA-8F790FC4AB66}"/>
          </ac:picMkLst>
        </pc:picChg>
      </pc:sldChg>
      <pc:sldChg chg="modSp">
        <pc:chgData name="Tirsi Prebibaj" userId="+GYLHarxZ+dPTLHn7NL7dVppsqJUwCwiKXJTVYlMKO0=" providerId="None" clId="Web-{2306F054-1CE9-4D49-BB9B-20431F6332F5}" dt="2024-08-21T09:18:03.931" v="570" actId="20577"/>
        <pc:sldMkLst>
          <pc:docMk/>
          <pc:sldMk cId="1225117229" sldId="424"/>
        </pc:sldMkLst>
        <pc:spChg chg="mod">
          <ac:chgData name="Tirsi Prebibaj" userId="+GYLHarxZ+dPTLHn7NL7dVppsqJUwCwiKXJTVYlMKO0=" providerId="None" clId="Web-{2306F054-1CE9-4D49-BB9B-20431F6332F5}" dt="2024-08-21T09:18:03.931" v="570" actId="20577"/>
          <ac:spMkLst>
            <pc:docMk/>
            <pc:sldMk cId="1225117229" sldId="424"/>
            <ac:spMk id="12" creationId="{014596F9-2D92-56D4-EDB0-3CAF899C905B}"/>
          </ac:spMkLst>
        </pc:spChg>
      </pc:sldChg>
      <pc:sldChg chg="addSp modSp">
        <pc:chgData name="Tirsi Prebibaj" userId="+GYLHarxZ+dPTLHn7NL7dVppsqJUwCwiKXJTVYlMKO0=" providerId="None" clId="Web-{2306F054-1CE9-4D49-BB9B-20431F6332F5}" dt="2024-08-21T09:33:14.976" v="578" actId="20577"/>
        <pc:sldMkLst>
          <pc:docMk/>
          <pc:sldMk cId="2678204404" sldId="425"/>
        </pc:sldMkLst>
        <pc:spChg chg="add mod">
          <ac:chgData name="Tirsi Prebibaj" userId="+GYLHarxZ+dPTLHn7NL7dVppsqJUwCwiKXJTVYlMKO0=" providerId="None" clId="Web-{2306F054-1CE9-4D49-BB9B-20431F6332F5}" dt="2024-08-21T09:33:14.976" v="578" actId="20577"/>
          <ac:spMkLst>
            <pc:docMk/>
            <pc:sldMk cId="2678204404" sldId="425"/>
            <ac:spMk id="4" creationId="{C568FC2B-72F8-67DA-9FBA-3E94E55201FA}"/>
          </ac:spMkLst>
        </pc:spChg>
      </pc:sldChg>
    </pc:docChg>
  </pc:docChgLst>
  <pc:docChgLst>
    <pc:chgData name="Tirsi Prebibaj" clId="Web-{D1D17819-7254-495D-A118-8BB3D4F7B368}"/>
    <pc:docChg chg="modSld">
      <pc:chgData name="Tirsi Prebibaj" userId="" providerId="" clId="Web-{D1D17819-7254-495D-A118-8BB3D4F7B368}" dt="2023-11-30T15:58:34.505" v="3" actId="1076"/>
      <pc:docMkLst>
        <pc:docMk/>
      </pc:docMkLst>
      <pc:sldChg chg="modSp">
        <pc:chgData name="Tirsi Prebibaj" userId="" providerId="" clId="Web-{D1D17819-7254-495D-A118-8BB3D4F7B368}" dt="2023-11-30T15:58:34.505" v="3" actId="1076"/>
        <pc:sldMkLst>
          <pc:docMk/>
          <pc:sldMk cId="3820674358" sldId="366"/>
        </pc:sldMkLst>
        <pc:spChg chg="mod">
          <ac:chgData name="Tirsi Prebibaj" userId="" providerId="" clId="Web-{D1D17819-7254-495D-A118-8BB3D4F7B368}" dt="2023-11-30T15:58:34.505" v="2" actId="1076"/>
          <ac:spMkLst>
            <pc:docMk/>
            <pc:sldMk cId="3820674358" sldId="366"/>
            <ac:spMk id="9" creationId="{251255C4-DC96-B063-1615-38F624D4D763}"/>
          </ac:spMkLst>
        </pc:spChg>
        <pc:picChg chg="mod">
          <ac:chgData name="Tirsi Prebibaj" userId="" providerId="" clId="Web-{D1D17819-7254-495D-A118-8BB3D4F7B368}" dt="2023-11-30T15:58:34.505" v="3" actId="1076"/>
          <ac:picMkLst>
            <pc:docMk/>
            <pc:sldMk cId="3820674358" sldId="366"/>
            <ac:picMk id="6" creationId="{6FB7E124-8229-9624-0A09-CA9F86A0750B}"/>
          </ac:picMkLst>
        </pc:picChg>
      </pc:sldChg>
    </pc:docChg>
  </pc:docChgLst>
  <pc:docChgLst>
    <pc:chgData name="Tirsi Prebibaj" clId="Web-{4FB5D698-4D18-43AB-B548-D2A0C4C49B7E}"/>
    <pc:docChg chg="modSld">
      <pc:chgData name="Tirsi Prebibaj" userId="" providerId="" clId="Web-{4FB5D698-4D18-43AB-B548-D2A0C4C49B7E}" dt="2024-03-26T16:12:12.160" v="0" actId="1076"/>
      <pc:docMkLst>
        <pc:docMk/>
      </pc:docMkLst>
      <pc:sldChg chg="modSp">
        <pc:chgData name="Tirsi Prebibaj" userId="" providerId="" clId="Web-{4FB5D698-4D18-43AB-B548-D2A0C4C49B7E}" dt="2024-03-26T16:12:12.160" v="0" actId="1076"/>
        <pc:sldMkLst>
          <pc:docMk/>
          <pc:sldMk cId="3319552554" sldId="375"/>
        </pc:sldMkLst>
        <pc:spChg chg="mod">
          <ac:chgData name="Tirsi Prebibaj" userId="" providerId="" clId="Web-{4FB5D698-4D18-43AB-B548-D2A0C4C49B7E}" dt="2024-03-26T16:12:12.160" v="0" actId="1076"/>
          <ac:spMkLst>
            <pc:docMk/>
            <pc:sldMk cId="3319552554" sldId="375"/>
            <ac:spMk id="17" creationId="{BCBBABDE-1579-D570-EFC3-B236739116BF}"/>
          </ac:spMkLst>
        </pc:spChg>
      </pc:sldChg>
    </pc:docChg>
  </pc:docChgLst>
  <pc:docChgLst>
    <pc:chgData name="Tirsi Prebibaj" clId="Web-{0C8F317D-288B-42AB-9B0D-88D2B9800A12}"/>
    <pc:docChg chg="modSld">
      <pc:chgData name="Tirsi Prebibaj" userId="" providerId="" clId="Web-{0C8F317D-288B-42AB-9B0D-88D2B9800A12}" dt="2024-03-26T21:11:55.986" v="63" actId="20577"/>
      <pc:docMkLst>
        <pc:docMk/>
      </pc:docMkLst>
      <pc:sldChg chg="modSp modNotes">
        <pc:chgData name="Tirsi Prebibaj" userId="" providerId="" clId="Web-{0C8F317D-288B-42AB-9B0D-88D2B9800A12}" dt="2024-03-26T21:11:55.986" v="63" actId="20577"/>
        <pc:sldMkLst>
          <pc:docMk/>
          <pc:sldMk cId="1170239364" sldId="374"/>
        </pc:sldMkLst>
        <pc:spChg chg="mod">
          <ac:chgData name="Tirsi Prebibaj" userId="" providerId="" clId="Web-{0C8F317D-288B-42AB-9B0D-88D2B9800A12}" dt="2024-03-26T21:11:55.986" v="63" actId="20577"/>
          <ac:spMkLst>
            <pc:docMk/>
            <pc:sldMk cId="1170239364" sldId="374"/>
            <ac:spMk id="4" creationId="{0888391B-CAAB-8EDB-CA30-AF87F9533E97}"/>
          </ac:spMkLst>
        </pc:spChg>
      </pc:sldChg>
      <pc:sldChg chg="modSp modNotes">
        <pc:chgData name="Tirsi Prebibaj" userId="" providerId="" clId="Web-{0C8F317D-288B-42AB-9B0D-88D2B9800A12}" dt="2024-03-26T21:04:58.737" v="6" actId="20577"/>
        <pc:sldMkLst>
          <pc:docMk/>
          <pc:sldMk cId="3621187992" sldId="376"/>
        </pc:sldMkLst>
        <pc:spChg chg="mod">
          <ac:chgData name="Tirsi Prebibaj" userId="" providerId="" clId="Web-{0C8F317D-288B-42AB-9B0D-88D2B9800A12}" dt="2024-03-26T21:04:58.737" v="6" actId="20577"/>
          <ac:spMkLst>
            <pc:docMk/>
            <pc:sldMk cId="3621187992" sldId="376"/>
            <ac:spMk id="2" creationId="{10F98A94-B671-E78F-7F7E-B1DFF0ADEA9F}"/>
          </ac:spMkLst>
        </pc:spChg>
      </pc:sldChg>
      <pc:sldChg chg="addSp delSp modSp">
        <pc:chgData name="Tirsi Prebibaj" userId="" providerId="" clId="Web-{0C8F317D-288B-42AB-9B0D-88D2B9800A12}" dt="2024-03-26T21:09:25.449" v="55" actId="20577"/>
        <pc:sldMkLst>
          <pc:docMk/>
          <pc:sldMk cId="421842917" sldId="390"/>
        </pc:sldMkLst>
        <pc:spChg chg="add del mod">
          <ac:chgData name="Tirsi Prebibaj" userId="" providerId="" clId="Web-{0C8F317D-288B-42AB-9B0D-88D2B9800A12}" dt="2024-03-26T21:08:59.699" v="54"/>
          <ac:spMkLst>
            <pc:docMk/>
            <pc:sldMk cId="421842917" sldId="390"/>
            <ac:spMk id="5" creationId="{0D4F3A9B-AE2A-E515-2403-132D1606E334}"/>
          </ac:spMkLst>
        </pc:spChg>
        <pc:spChg chg="add mod">
          <ac:chgData name="Tirsi Prebibaj" userId="" providerId="" clId="Web-{0C8F317D-288B-42AB-9B0D-88D2B9800A12}" dt="2024-03-26T21:09:25.449" v="55" actId="20577"/>
          <ac:spMkLst>
            <pc:docMk/>
            <pc:sldMk cId="421842917" sldId="390"/>
            <ac:spMk id="23" creationId="{197461AE-6F6F-20D8-073F-DC8847EA1B98}"/>
          </ac:spMkLst>
        </pc:spChg>
        <pc:spChg chg="mod">
          <ac:chgData name="Tirsi Prebibaj" userId="" providerId="" clId="Web-{0C8F317D-288B-42AB-9B0D-88D2B9800A12}" dt="2024-03-26T21:06:48.834" v="7" actId="1076"/>
          <ac:spMkLst>
            <pc:docMk/>
            <pc:sldMk cId="421842917" sldId="390"/>
            <ac:spMk id="32" creationId="{7DC47829-B33D-B7F5-D6F6-6680C0F3121F}"/>
          </ac:spMkLst>
        </pc:spChg>
        <pc:grpChg chg="mod">
          <ac:chgData name="Tirsi Prebibaj" userId="" providerId="" clId="Web-{0C8F317D-288B-42AB-9B0D-88D2B9800A12}" dt="2024-03-26T21:08:20.291" v="40" actId="1076"/>
          <ac:grpSpMkLst>
            <pc:docMk/>
            <pc:sldMk cId="421842917" sldId="390"/>
            <ac:grpSpMk id="9" creationId="{71B060B0-0F86-F198-80E9-398536B13CCA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BA49E6-B6CA-B7E7-7939-C995C97F4C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ED201-5DA9-2993-723B-7361CCB39E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0EB73-1250-6248-A7AE-E9DD17D53A9D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276CE-4E92-CB82-F5F6-4570CE7FAB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BD338-CE59-307D-BA16-02E73E617A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1D9E2-C80C-764A-AF06-2ECD7C98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900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C0F80-6607-4BDC-9DCB-D39546E94B0B}" type="datetimeFigureOut">
              <a:rPr lang="el-GR" smtClean="0"/>
              <a:t>18/3/25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C25E-25DD-442A-9939-BAC3109D098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603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 logo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white text&#10;&#10;Description automatically generated">
            <a:extLst>
              <a:ext uri="{FF2B5EF4-FFF2-40B4-BE49-F238E27FC236}">
                <a16:creationId xmlns:a16="http://schemas.microsoft.com/office/drawing/2014/main" id="{8085EB80-E520-29F9-39FC-95C7E29AC8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18B1EA-7B68-72DE-D331-88D259096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9448" y="865101"/>
            <a:ext cx="9453093" cy="1325563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0AB60BA-2EA1-E46B-70F9-953ED0D9B1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3952" y="2830469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690C56-7146-38AE-A928-D8EA57F9DE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0356" y="6002119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143848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2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 descr="A long shot of a building&#10;&#10;Description automatically generated">
            <a:extLst>
              <a:ext uri="{FF2B5EF4-FFF2-40B4-BE49-F238E27FC236}">
                <a16:creationId xmlns:a16="http://schemas.microsoft.com/office/drawing/2014/main" id="{B3283103-B7CB-4F90-D6F5-A3C982E28E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1" t="3434" r="15740" b="4075"/>
          <a:stretch>
            <a:fillRect/>
          </a:stretch>
        </p:blipFill>
        <p:spPr>
          <a:xfrm>
            <a:off x="0" y="0"/>
            <a:ext cx="5919859" cy="6858000"/>
          </a:xfrm>
          <a:custGeom>
            <a:avLst/>
            <a:gdLst>
              <a:gd name="connsiteX0" fmla="*/ 0 w 5919859"/>
              <a:gd name="connsiteY0" fmla="*/ 0 h 6858000"/>
              <a:gd name="connsiteX1" fmla="*/ 3539445 w 5919859"/>
              <a:gd name="connsiteY1" fmla="*/ 0 h 6858000"/>
              <a:gd name="connsiteX2" fmla="*/ 3619329 w 5919859"/>
              <a:gd name="connsiteY2" fmla="*/ 39128 h 6858000"/>
              <a:gd name="connsiteX3" fmla="*/ 5919859 w 5919859"/>
              <a:gd name="connsiteY3" fmla="*/ 3735644 h 6858000"/>
              <a:gd name="connsiteX4" fmla="*/ 4632343 w 5919859"/>
              <a:gd name="connsiteY4" fmla="*/ 6708254 h 6858000"/>
              <a:gd name="connsiteX5" fmla="*/ 4460057 w 5919859"/>
              <a:gd name="connsiteY5" fmla="*/ 6858000 h 6858000"/>
              <a:gd name="connsiteX6" fmla="*/ 0 w 591985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859" h="6858000">
                <a:moveTo>
                  <a:pt x="0" y="0"/>
                </a:moveTo>
                <a:lnTo>
                  <a:pt x="3539445" y="0"/>
                </a:lnTo>
                <a:lnTo>
                  <a:pt x="3619329" y="39128"/>
                </a:lnTo>
                <a:cubicBezTo>
                  <a:pt x="4989628" y="751014"/>
                  <a:pt x="5919859" y="2139439"/>
                  <a:pt x="5919859" y="3735644"/>
                </a:cubicBezTo>
                <a:cubicBezTo>
                  <a:pt x="5919859" y="4896521"/>
                  <a:pt x="5427836" y="5947497"/>
                  <a:pt x="4632343" y="6708254"/>
                </a:cubicBezTo>
                <a:lnTo>
                  <a:pt x="446005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100" name="Freeform 3099">
            <a:extLst>
              <a:ext uri="{FF2B5EF4-FFF2-40B4-BE49-F238E27FC236}">
                <a16:creationId xmlns:a16="http://schemas.microsoft.com/office/drawing/2014/main" id="{FF34C144-CE80-C166-838A-A4D428DEEE93}"/>
              </a:ext>
            </a:extLst>
          </p:cNvPr>
          <p:cNvSpPr/>
          <p:nvPr userDrawn="1"/>
        </p:nvSpPr>
        <p:spPr>
          <a:xfrm>
            <a:off x="-76982" y="-70149"/>
            <a:ext cx="6017342" cy="6998298"/>
          </a:xfrm>
          <a:custGeom>
            <a:avLst/>
            <a:gdLst>
              <a:gd name="connsiteX0" fmla="*/ 0 w 6017342"/>
              <a:gd name="connsiteY0" fmla="*/ 0 h 6998298"/>
              <a:gd name="connsiteX1" fmla="*/ 3484298 w 6017342"/>
              <a:gd name="connsiteY1" fmla="*/ 0 h 6998298"/>
              <a:gd name="connsiteX2" fmla="*/ 3622706 w 6017342"/>
              <a:gd name="connsiteY2" fmla="*/ 61793 h 6998298"/>
              <a:gd name="connsiteX3" fmla="*/ 6017342 w 6017342"/>
              <a:gd name="connsiteY3" fmla="*/ 3805793 h 6998298"/>
              <a:gd name="connsiteX4" fmla="*/ 4729826 w 6017342"/>
              <a:gd name="connsiteY4" fmla="*/ 6778403 h 6998298"/>
              <a:gd name="connsiteX5" fmla="*/ 4476833 w 6017342"/>
              <a:gd name="connsiteY5" fmla="*/ 6998298 h 6998298"/>
              <a:gd name="connsiteX6" fmla="*/ 0 w 6017342"/>
              <a:gd name="connsiteY6" fmla="*/ 6998298 h 699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7342" h="6998298">
                <a:moveTo>
                  <a:pt x="0" y="0"/>
                </a:moveTo>
                <a:lnTo>
                  <a:pt x="3484298" y="0"/>
                </a:lnTo>
                <a:lnTo>
                  <a:pt x="3622706" y="61793"/>
                </a:lnTo>
                <a:cubicBezTo>
                  <a:pt x="5044347" y="758160"/>
                  <a:pt x="6017342" y="2173310"/>
                  <a:pt x="6017342" y="3805793"/>
                </a:cubicBezTo>
                <a:cubicBezTo>
                  <a:pt x="6017342" y="4966670"/>
                  <a:pt x="5525319" y="6017646"/>
                  <a:pt x="4729826" y="6778403"/>
                </a:cubicBezTo>
                <a:lnTo>
                  <a:pt x="4476833" y="6998298"/>
                </a:lnTo>
                <a:lnTo>
                  <a:pt x="0" y="6998298"/>
                </a:lnTo>
                <a:close/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a-ET"/>
          </a:p>
        </p:txBody>
      </p:sp>
      <p:sp>
        <p:nvSpPr>
          <p:cNvPr id="3102" name="Freeform 3101">
            <a:extLst>
              <a:ext uri="{FF2B5EF4-FFF2-40B4-BE49-F238E27FC236}">
                <a16:creationId xmlns:a16="http://schemas.microsoft.com/office/drawing/2014/main" id="{A601A3B9-B7CD-FEDC-37D5-821A16F94A34}"/>
              </a:ext>
            </a:extLst>
          </p:cNvPr>
          <p:cNvSpPr/>
          <p:nvPr userDrawn="1"/>
        </p:nvSpPr>
        <p:spPr>
          <a:xfrm>
            <a:off x="-76982" y="-70149"/>
            <a:ext cx="6192648" cy="6998299"/>
          </a:xfrm>
          <a:custGeom>
            <a:avLst/>
            <a:gdLst>
              <a:gd name="connsiteX0" fmla="*/ 0 w 6192648"/>
              <a:gd name="connsiteY0" fmla="*/ 0 h 6998299"/>
              <a:gd name="connsiteX1" fmla="*/ 3862693 w 6192648"/>
              <a:gd name="connsiteY1" fmla="*/ 0 h 6998299"/>
              <a:gd name="connsiteX2" fmla="*/ 4052508 w 6192648"/>
              <a:gd name="connsiteY2" fmla="*/ 106189 h 6998299"/>
              <a:gd name="connsiteX3" fmla="*/ 6192648 w 6192648"/>
              <a:gd name="connsiteY3" fmla="*/ 3806408 h 6998299"/>
              <a:gd name="connsiteX4" fmla="*/ 4847781 w 6192648"/>
              <a:gd name="connsiteY4" fmla="*/ 6900252 h 6998299"/>
              <a:gd name="connsiteX5" fmla="*/ 4734569 w 6192648"/>
              <a:gd name="connsiteY5" fmla="*/ 6998299 h 6998299"/>
              <a:gd name="connsiteX6" fmla="*/ 0 w 6192648"/>
              <a:gd name="connsiteY6" fmla="*/ 6998299 h 699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2648" h="6998299">
                <a:moveTo>
                  <a:pt x="0" y="0"/>
                </a:moveTo>
                <a:lnTo>
                  <a:pt x="3862693" y="0"/>
                </a:lnTo>
                <a:lnTo>
                  <a:pt x="4052508" y="106189"/>
                </a:lnTo>
                <a:cubicBezTo>
                  <a:pt x="5338644" y="881530"/>
                  <a:pt x="6192648" y="2248936"/>
                  <a:pt x="6192648" y="3806408"/>
                </a:cubicBezTo>
                <a:cubicBezTo>
                  <a:pt x="6192648" y="5014629"/>
                  <a:pt x="5678709" y="6108468"/>
                  <a:pt x="4847781" y="6900252"/>
                </a:cubicBezTo>
                <a:lnTo>
                  <a:pt x="4734569" y="6998299"/>
                </a:lnTo>
                <a:lnTo>
                  <a:pt x="0" y="6998299"/>
                </a:lnTo>
                <a:close/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a-ET"/>
          </a:p>
        </p:txBody>
      </p:sp>
      <p:pic>
        <p:nvPicPr>
          <p:cNvPr id="3104" name="Picture 3103" descr="A blue sign with white text&#10;&#10;Description automatically generated">
            <a:extLst>
              <a:ext uri="{FF2B5EF4-FFF2-40B4-BE49-F238E27FC236}">
                <a16:creationId xmlns:a16="http://schemas.microsoft.com/office/drawing/2014/main" id="{BA7037C9-256C-44AE-471A-11C49740CF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645" y="6048504"/>
            <a:ext cx="747358" cy="7473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7D1ED8-1D1D-3C0E-F7DC-85BEDF595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360" y="918018"/>
            <a:ext cx="6151643" cy="1325563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3C4403-1E96-A9FC-F392-D6F430EC91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34137" y="2881984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B02504D-9ED1-0605-E0C3-6B9D4E4A1D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7567" y="5939982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424802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3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D7B5E7-5798-C95E-1CCC-3B2D35C10F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12195409" cy="685799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818B1EA-7B68-72DE-D331-88D259096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9448" y="865101"/>
            <a:ext cx="9453093" cy="1325563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0AB60BA-2EA1-E46B-70F9-953ED0D9B1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3952" y="2830469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690C56-7146-38AE-A928-D8EA57F9DE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0356" y="6002119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86532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4761CC-EF94-5C85-6CA8-9D04EC40A2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6836" y="0"/>
            <a:ext cx="405313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F6F83E-2383-AA42-96BC-B5AA4B81F20E}"/>
              </a:ext>
            </a:extLst>
          </p:cNvPr>
          <p:cNvSpPr txBox="1"/>
          <p:nvPr userDrawn="1"/>
        </p:nvSpPr>
        <p:spPr>
          <a:xfrm rot="18846174">
            <a:off x="9870334" y="683655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North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D2B3D-1734-051F-FFDA-5D98E37EA16B}"/>
              </a:ext>
            </a:extLst>
          </p:cNvPr>
          <p:cNvSpPr txBox="1"/>
          <p:nvPr userDrawn="1"/>
        </p:nvSpPr>
        <p:spPr>
          <a:xfrm>
            <a:off x="9231589" y="2009793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D84AC-AE1E-EA1A-CE40-433F915126E2}"/>
              </a:ext>
            </a:extLst>
          </p:cNvPr>
          <p:cNvSpPr txBox="1"/>
          <p:nvPr userDrawn="1"/>
        </p:nvSpPr>
        <p:spPr>
          <a:xfrm>
            <a:off x="8802098" y="6317966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F6AFE-5E8A-917A-470A-C18CA7124C87}"/>
              </a:ext>
            </a:extLst>
          </p:cNvPr>
          <p:cNvSpPr txBox="1"/>
          <p:nvPr userDrawn="1"/>
        </p:nvSpPr>
        <p:spPr>
          <a:xfrm>
            <a:off x="7885883" y="6249429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PSB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0F9B90-D021-34A3-C4CA-A1C11F79A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808" y="841602"/>
            <a:ext cx="6151643" cy="1325563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7913BEC-868B-B8DC-229C-C4E0342166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5585" y="2768400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CD86E80-F64A-89E8-B175-5422CEA09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1986" y="5890026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427847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C6B1-F6C8-49AD-9C3C-F718DCBFF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4583" y="0"/>
            <a:ext cx="10609217" cy="895441"/>
          </a:xfrm>
        </p:spPr>
        <p:txBody>
          <a:bodyPr>
            <a:normAutofit/>
          </a:bodyPr>
          <a:lstStyle>
            <a:lvl1pPr algn="ctr">
              <a:defRPr sz="4400" b="1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Outline</a:t>
            </a:r>
            <a:endParaRPr lang="el-GR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17268AC-E326-6E95-4BB4-A432FD6315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4583" y="1484671"/>
            <a:ext cx="10609217" cy="4777413"/>
          </a:xfrm>
        </p:spPr>
        <p:txBody>
          <a:bodyPr numCol="2"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Introduction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Section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89098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 temp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F57D4909-F085-65C6-7BA0-53579E713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48637"/>
          </a:xfrm>
        </p:spPr>
        <p:txBody>
          <a:bodyPr>
            <a:noAutofit/>
          </a:bodyPr>
          <a:lstStyle>
            <a:lvl1pPr algn="ctr">
              <a:defRPr sz="4000" b="1">
                <a:solidFill>
                  <a:schemeClr val="tx2"/>
                </a:solidFill>
                <a:latin typeface="+mj-lt"/>
              </a:defRPr>
            </a:lvl1pPr>
          </a:lstStyle>
          <a:p>
            <a:endParaRPr lang="en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DAB2D6-03BD-D28A-E9DB-A6EE2C926749}"/>
              </a:ext>
            </a:extLst>
          </p:cNvPr>
          <p:cNvSpPr txBox="1"/>
          <p:nvPr userDrawn="1"/>
        </p:nvSpPr>
        <p:spPr>
          <a:xfrm>
            <a:off x="5226782" y="6581000"/>
            <a:ext cx="1734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tirsi.prebibaj@cern.ch</a:t>
            </a:r>
            <a:endParaRPr lang="el-GR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323F2-79BC-F6E3-283D-6352569667F0}"/>
              </a:ext>
            </a:extLst>
          </p:cNvPr>
          <p:cNvSpPr txBox="1"/>
          <p:nvPr userDrawn="1"/>
        </p:nvSpPr>
        <p:spPr>
          <a:xfrm>
            <a:off x="-2" y="6597748"/>
            <a:ext cx="3201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EUROLABS– ATSOA 2025</a:t>
            </a:r>
            <a:endParaRPr lang="el-GR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2F0D3E15-90A9-7F9B-2903-9E57D17A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1617" y="6597748"/>
            <a:ext cx="1880381" cy="260252"/>
          </a:xfrm>
          <a:prstGeom prst="rect">
            <a:avLst/>
          </a:prstGeom>
          <a:noFill/>
        </p:spPr>
        <p:txBody>
          <a:bodyPr/>
          <a:lstStyle>
            <a:lvl1pPr algn="r">
              <a:defRPr sz="1600" b="0" i="0">
                <a:solidFill>
                  <a:srgbClr val="0033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8ED8B99-2640-4528-BE06-488F2B48F17D}" type="slidenum">
              <a:rPr lang="el-GR" smtClean="0"/>
              <a:pPr/>
              <a:t>‹#›</a:t>
            </a:fld>
            <a:endParaRPr lang="el-GR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FBD074C-A50F-3C47-FB1A-CEAFB2A6D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9287" y="746648"/>
            <a:ext cx="11369201" cy="56530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999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3BC32926-AD1D-2427-1008-BE5A326909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41080"/>
            <a:ext cx="10515600" cy="2631293"/>
          </a:xfrm>
        </p:spPr>
        <p:txBody>
          <a:bodyPr/>
          <a:lstStyle>
            <a:lvl1pPr algn="ctr">
              <a:defRPr b="1" spc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</a:t>
            </a:r>
            <a:endParaRPr lang="el-G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B12508A-234B-EB10-A35D-CCDF1CE8AE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189357"/>
            <a:ext cx="9144000" cy="1488688"/>
          </a:xfrm>
        </p:spPr>
        <p:txBody>
          <a:bodyPr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5977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 logo smal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ign with white text&#10;&#10;Description automatically generated">
            <a:extLst>
              <a:ext uri="{FF2B5EF4-FFF2-40B4-BE49-F238E27FC236}">
                <a16:creationId xmlns:a16="http://schemas.microsoft.com/office/drawing/2014/main" id="{8DA98946-99AB-DE0F-4E23-F9D5836602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50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8CAD8-AEEF-4E4F-BD5F-ECFB1A2F50AF}" type="datetime1">
              <a:rPr lang="el-GR" smtClean="0"/>
              <a:pPr/>
              <a:t>18/3/25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Tirsi Prebibaj</a:t>
            </a:r>
            <a:endParaRPr lang="el-G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D8B99-2640-4528-BE06-488F2B48F17D}" type="slidenum">
              <a:rPr lang="el-GR" smtClean="0"/>
              <a:pPr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64883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8" r:id="rId2"/>
    <p:sldLayoutId id="2147483684" r:id="rId3"/>
    <p:sldLayoutId id="2147483683" r:id="rId4"/>
    <p:sldLayoutId id="2147483685" r:id="rId5"/>
    <p:sldLayoutId id="2147483675" r:id="rId6"/>
    <p:sldLayoutId id="2147483686" r:id="rId7"/>
    <p:sldLayoutId id="2147483687" r:id="rId8"/>
    <p:sldLayoutId id="214748368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gif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lab.cern.ch/abpcomputing/sandbox/pyjapcscout" TargetMode="External"/><Relationship Id="rId3" Type="http://schemas.openxmlformats.org/officeDocument/2006/relationships/hyperlink" Target="https://indico.cern.ch/event/891911/contributions/3762054/attachments/2033483/3404406/LSA.pdf" TargetMode="External"/><Relationship Id="rId7" Type="http://schemas.openxmlformats.org/officeDocument/2006/relationships/hyperlink" Target="https://gitlab.cern.ch/scripting-tools/pyjapc" TargetMode="External"/><Relationship Id="rId2" Type="http://schemas.openxmlformats.org/officeDocument/2006/relationships/hyperlink" Target="ccde.cern.ch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imber.cern.ch/" TargetMode="External"/><Relationship Id="rId5" Type="http://schemas.openxmlformats.org/officeDocument/2006/relationships/hyperlink" Target="https://swan.cern.ch/" TargetMode="External"/><Relationship Id="rId4" Type="http://schemas.openxmlformats.org/officeDocument/2006/relationships/hyperlink" Target="https://nxcals-docs.web.cern.ch/current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8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S1 report: PS Booster prepares for beam | CERN">
            <a:extLst>
              <a:ext uri="{FF2B5EF4-FFF2-40B4-BE49-F238E27FC236}">
                <a16:creationId xmlns:a16="http://schemas.microsoft.com/office/drawing/2014/main" id="{573C9B90-D9EA-A230-1782-67B62156A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96EA049-47E8-295F-3C36-D9E0C1EB8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29" y="171765"/>
            <a:ext cx="10638332" cy="2410662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the</a:t>
            </a:r>
            <a:br>
              <a:rPr lang="en-US" dirty="0"/>
            </a:br>
            <a:r>
              <a:rPr lang="en-US" dirty="0"/>
              <a:t>Proton Synchrotron Booster (PSB)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Accelerator, Control Systems &amp; Measurements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BAB4F07-DE8B-EB56-0D1A-FC69AA6D11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3952" y="3758083"/>
            <a:ext cx="4764087" cy="1134547"/>
          </a:xfrm>
        </p:spPr>
        <p:txBody>
          <a:bodyPr>
            <a:normAutofit/>
          </a:bodyPr>
          <a:lstStyle/>
          <a:p>
            <a:r>
              <a:rPr lang="en-US" sz="2400" dirty="0"/>
              <a:t>Tirsi Prebibaj &amp; Foteini </a:t>
            </a:r>
            <a:r>
              <a:rPr lang="en-US" sz="2400" dirty="0" err="1"/>
              <a:t>Asvesta</a:t>
            </a:r>
            <a:endParaRPr lang="en-US" sz="240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390ABB9-E3D5-FFFC-BFDD-56A9E09E2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6021" y="5365820"/>
            <a:ext cx="10379948" cy="1452445"/>
          </a:xfrm>
        </p:spPr>
        <p:txBody>
          <a:bodyPr>
            <a:normAutofit/>
          </a:bodyPr>
          <a:lstStyle/>
          <a:p>
            <a:r>
              <a:rPr lang="en-US" sz="2400" dirty="0"/>
              <a:t>12-16/05/2025</a:t>
            </a:r>
          </a:p>
          <a:p>
            <a:r>
              <a:rPr lang="en-US" sz="2400" dirty="0"/>
              <a:t>Advanced Training School on Operation of Accelerators – ATSOA2025</a:t>
            </a:r>
          </a:p>
          <a:p>
            <a:r>
              <a:rPr lang="en-US" sz="2400" dirty="0"/>
              <a:t>EURO-LABS @ CERN</a:t>
            </a:r>
          </a:p>
        </p:txBody>
      </p:sp>
    </p:spTree>
    <p:extLst>
      <p:ext uri="{BB962C8B-B14F-4D97-AF65-F5344CB8AC3E}">
        <p14:creationId xmlns:p14="http://schemas.microsoft.com/office/powerpoint/2010/main" val="393528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2954-D4D6-7E32-5AA9-350001D0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0A90C-6156-8D56-AA98-64342FA94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numCol="1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CERN injectors complex &amp; facilities</a:t>
            </a:r>
          </a:p>
          <a:p>
            <a:pPr>
              <a:lnSpc>
                <a:spcPct val="150000"/>
              </a:lnSpc>
            </a:pPr>
            <a:r>
              <a:rPr lang="en-US" dirty="0"/>
              <a:t>Beam delivery – </a:t>
            </a:r>
            <a:r>
              <a:rPr lang="en-US" dirty="0" err="1"/>
              <a:t>supercycles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PSB layout</a:t>
            </a:r>
          </a:p>
          <a:p>
            <a:pPr>
              <a:lnSpc>
                <a:spcPct val="150000"/>
              </a:lnSpc>
            </a:pPr>
            <a:r>
              <a:rPr lang="en-US" dirty="0"/>
              <a:t>Beam instrumentation</a:t>
            </a:r>
          </a:p>
          <a:p>
            <a:pPr>
              <a:lnSpc>
                <a:spcPct val="150000"/>
              </a:lnSpc>
            </a:pPr>
            <a:r>
              <a:rPr lang="en-US" dirty="0"/>
              <a:t>Beam dynamics</a:t>
            </a:r>
          </a:p>
          <a:p>
            <a:pPr>
              <a:lnSpc>
                <a:spcPct val="150000"/>
              </a:lnSpc>
            </a:pPr>
            <a:r>
              <a:rPr lang="en-US" dirty="0"/>
              <a:t>Control systems</a:t>
            </a:r>
          </a:p>
          <a:p>
            <a:pPr>
              <a:lnSpc>
                <a:spcPct val="150000"/>
              </a:lnSpc>
            </a:pPr>
            <a:r>
              <a:rPr lang="en-US" dirty="0"/>
              <a:t>Measurements for today</a:t>
            </a:r>
          </a:p>
        </p:txBody>
      </p:sp>
    </p:spTree>
    <p:extLst>
      <p:ext uri="{BB962C8B-B14F-4D97-AF65-F5344CB8AC3E}">
        <p14:creationId xmlns:p14="http://schemas.microsoft.com/office/powerpoint/2010/main" val="164932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868E-F642-52C5-A0C7-133BF79F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CERN injectors complex &amp; facilities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E2476F-6D5F-43C4-0541-4CF0D5AB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4</a:t>
            </a:fld>
            <a:endParaRPr lang="el-GR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0920221-C9BF-89F8-D438-E84891A5C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00" y="637815"/>
            <a:ext cx="11082199" cy="579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76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C8D10-D885-A2E6-C9C3-8315BC91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2BBB-32F7-7F4A-CF1E-2B9E6CC8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CERN injectors complex &amp; facilities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06052-D529-C2F3-CAB4-152B0DAC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5</a:t>
            </a:fld>
            <a:endParaRPr lang="el-G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62A9C0B-28AD-4FBB-509C-58DE9A214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00" y="637815"/>
            <a:ext cx="11082199" cy="579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DDEF2045-8CA1-BBE4-A885-FD3142153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00" y="637815"/>
            <a:ext cx="11082199" cy="57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4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6B8C-227F-C7D1-681F-B2C5C77D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078B-3A1A-0E84-0247-30D0D9BD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CERN injectors complex &amp; facilities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2E8E9D-67B7-C037-2430-A844A51C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6</a:t>
            </a:fld>
            <a:endParaRPr lang="el-G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F9FF266-8A59-60EE-646B-5474AF49D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00" y="637815"/>
            <a:ext cx="11082199" cy="579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DCC7BE15-FD86-66A6-14A8-AC1CFB54B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01" y="637815"/>
            <a:ext cx="11082198" cy="57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7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C7541-3B8A-B6D4-C285-808EC8D2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97C5D-D1A3-4AB4-069A-90C17439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CERN injectors complex &amp; facilities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D6C30B-0EDF-AF78-FFFB-B565F582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7</a:t>
            </a:fld>
            <a:endParaRPr lang="el-G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525A46A-3D6D-1F08-E9E4-6FA8BDEFA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00" y="637815"/>
            <a:ext cx="11082199" cy="579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agram of a structure&#10;&#10;Description automatically generated with medium confidence">
            <a:extLst>
              <a:ext uri="{FF2B5EF4-FFF2-40B4-BE49-F238E27FC236}">
                <a16:creationId xmlns:a16="http://schemas.microsoft.com/office/drawing/2014/main" id="{84BE6267-075D-ABA8-8AC1-6523C88C7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00" y="637815"/>
            <a:ext cx="11082199" cy="57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0E8A-DE25-05C3-D04E-777448CFA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A58B-DBD5-28DC-B1E5-8F43FBCE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CERN injectors complex &amp; facilities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2FFC53-7627-5CBA-1D6F-5BECA883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8</a:t>
            </a:fld>
            <a:endParaRPr lang="el-G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20E66A5-30D6-1A59-A24B-0E50E3110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00" y="637815"/>
            <a:ext cx="11082199" cy="579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text and circles&#10;&#10;Description automatically generated with medium confidence">
            <a:extLst>
              <a:ext uri="{FF2B5EF4-FFF2-40B4-BE49-F238E27FC236}">
                <a16:creationId xmlns:a16="http://schemas.microsoft.com/office/drawing/2014/main" id="{DB154D8D-5E8B-8FB6-CD6E-DC85B2F4A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00" y="637814"/>
            <a:ext cx="11082567" cy="579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41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134C-6BCE-57B7-378A-D3F474E7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F9286-3BD7-CC17-0306-E88E7641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CERN injectors complex &amp; facilities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A91C35-5C3C-7355-BB40-18F39EE0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9</a:t>
            </a:fld>
            <a:endParaRPr lang="el-G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FF0AA45-2669-33CE-F0CD-9CAA7E174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00" y="637815"/>
            <a:ext cx="11082199" cy="579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DA4B1EED-6064-4178-48DF-991C570E8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00" y="637815"/>
            <a:ext cx="11082565" cy="579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7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F9A5-D0C2-E66B-F7F9-E7E4DA5DE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04E4-637B-98F2-E7A9-59394864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CERN injectors complex &amp; facilities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22CFA8-3ECA-E5C6-F1E4-2046DB53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10</a:t>
            </a:fld>
            <a:endParaRPr lang="el-G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FB05EFB-B516-5102-5830-FE7AFCDA4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00" y="637815"/>
            <a:ext cx="11082199" cy="579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20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84A8-B818-559E-435E-F55210B3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delivery – </a:t>
            </a:r>
            <a:r>
              <a:rPr lang="en-US" dirty="0" err="1"/>
              <a:t>supercycles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2C948-15D2-4ED9-DB4E-A09BEB62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11</a:t>
            </a:fld>
            <a:endParaRPr lang="el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D4A2D-06E6-14F4-4417-B61D6263B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B2E12-3303-A7F3-992F-9F2B1B149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945" y="741689"/>
            <a:ext cx="7679886" cy="268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1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386A-8E74-F6A3-C8DC-FF2ABF99E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PSB layout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104492-C6D6-E0F7-5CAE-1788AF0BE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12</a:t>
            </a:fld>
            <a:endParaRPr lang="el-G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B2F21A1-A209-7344-B305-F41CDB71C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9" y="685740"/>
            <a:ext cx="6174047" cy="448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65BBBB7D-2573-07F4-659D-F9798C933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049" y="2772526"/>
            <a:ext cx="35052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3">
                <a:extLst>
                  <a:ext uri="{FF2B5EF4-FFF2-40B4-BE49-F238E27FC236}">
                    <a16:creationId xmlns:a16="http://schemas.microsoft.com/office/drawing/2014/main" id="{897E28C4-C78F-E85B-7C41-29584CF26E5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6096000" y="746648"/>
                <a:ext cx="5682488" cy="5653088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4 identical superimposed rings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radius.</a:t>
                </a:r>
                <a:endParaRPr lang="en-CH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Acceleration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from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160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MeV to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2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GeV in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~0.5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sec.</a:t>
                </a:r>
                <a:endParaRPr lang="en-CH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Common injection and extraction line.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 Placeholder 3">
                <a:extLst>
                  <a:ext uri="{FF2B5EF4-FFF2-40B4-BE49-F238E27FC236}">
                    <a16:creationId xmlns:a16="http://schemas.microsoft.com/office/drawing/2014/main" id="{897E28C4-C78F-E85B-7C41-29584CF26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6096000" y="746648"/>
                <a:ext cx="5682488" cy="5653088"/>
              </a:xfrm>
              <a:blipFill>
                <a:blip r:embed="rId4"/>
                <a:stretch>
                  <a:fillRect l="-893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63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00A9-043C-CA8E-F47A-2301C2F3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0737-2CAF-4B72-68FB-7870CD8F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PSB layout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3C8BE8-664B-F9E1-5C9C-8BAC6A4E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13</a:t>
            </a:fld>
            <a:endParaRPr lang="el-G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E7C9672-54CD-903F-B940-B0B6BDBF1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9" y="685740"/>
            <a:ext cx="6174047" cy="448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DE3776A-EA74-CDBB-29B7-91D02E6DF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415" y="3766106"/>
            <a:ext cx="5120728" cy="2021340"/>
          </a:xfrm>
          <a:prstGeom prst="rect">
            <a:avLst/>
          </a:prstGeom>
          <a:noFill/>
          <a:ln w="381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C584904-B6CF-4C0D-5D78-683432273EBF}"/>
              </a:ext>
            </a:extLst>
          </p:cNvPr>
          <p:cNvSpPr/>
          <p:nvPr/>
        </p:nvSpPr>
        <p:spPr>
          <a:xfrm rot="18901886">
            <a:off x="3707696" y="2874553"/>
            <a:ext cx="551467" cy="375367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99A77D-071B-2247-C299-B3AC228AB0C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939277" y="3293921"/>
            <a:ext cx="230702" cy="472185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85DAAF16-BCE1-5B0C-C28A-8E44ED53163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6096000" y="746648"/>
                <a:ext cx="5682488" cy="5653088"/>
              </a:xfrm>
            </p:spPr>
            <p:txBody>
              <a:bodyPr/>
              <a:lstStyle/>
              <a:p>
                <a:pPr marL="285750" indent="-285750"/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4 identical superimposed rings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radius.</a:t>
                </a:r>
                <a:endParaRPr lang="en-CH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/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Acceleration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from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160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MeV to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2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GeV in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~0.5 </a:t>
                </a:r>
                <a:r>
                  <a:rPr lang="en-CH" sz="2000">
                    <a:latin typeface="Arial" panose="020B0604020202020204" pitchFamily="34" charset="0"/>
                    <a:cs typeface="Arial" panose="020B0604020202020204" pitchFamily="34" charset="0"/>
                  </a:rPr>
                  <a:t>sec.</a:t>
                </a:r>
                <a:endParaRPr lang="en-CH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/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Common injection and extraction line.  </a:t>
                </a:r>
              </a:p>
              <a:p>
                <a:pPr marL="285750" indent="-285750"/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16 periods (sectors), each with </a:t>
                </a:r>
                <a:r>
                  <a:rPr lang="en-CH" sz="20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two dipoles</a:t>
                </a:r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CH" sz="2000" b="1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three quadrupoles</a:t>
                </a:r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a </a:t>
                </a:r>
                <a:r>
                  <a:rPr lang="en-CH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“straight section”</a:t>
                </a:r>
                <a:r>
                  <a:rPr lang="en-CH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adittional elements.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85DAAF16-BCE1-5B0C-C28A-8E44ED531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6096000" y="746648"/>
                <a:ext cx="5682488" cy="5653088"/>
              </a:xfrm>
              <a:blipFill>
                <a:blip r:embed="rId4"/>
                <a:stretch>
                  <a:fillRect l="-893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16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2C43B-36A1-6E9B-038D-2C069541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D263-73F5-5215-1FB4-F37097CA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PSB layout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F062B-ABA9-E020-4C99-64E86656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14</a:t>
            </a:fld>
            <a:endParaRPr lang="el-G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A01470-C4AC-98E0-BF8F-14CECFFB3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9" y="685740"/>
            <a:ext cx="6174047" cy="448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3B2984-D27D-200C-092B-AA115727D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331" y="4361136"/>
            <a:ext cx="5341444" cy="2236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836F96BB-B55A-BD3E-D38E-9B48D2E1E57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6096000" y="746648"/>
                <a:ext cx="5682488" cy="5653088"/>
              </a:xfrm>
            </p:spPr>
            <p:txBody>
              <a:bodyPr/>
              <a:lstStyle/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4 identical superimposed rings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CH" sz="2000" dirty="0">
                    <a:cs typeface="Arial" panose="020B0604020202020204" pitchFamily="34" charset="0"/>
                  </a:rPr>
                  <a:t>m </a:t>
                </a:r>
                <a:r>
                  <a:rPr lang="en-CH" sz="2000">
                    <a:cs typeface="Arial" panose="020B0604020202020204" pitchFamily="34" charset="0"/>
                  </a:rPr>
                  <a:t>radius.</a:t>
                </a:r>
                <a:endParaRPr lang="en-CH" sz="2000" dirty="0">
                  <a:cs typeface="Arial" panose="020B0604020202020204" pitchFamily="34" charset="0"/>
                </a:endParaRPr>
              </a:p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Acceleration </a:t>
                </a:r>
                <a:r>
                  <a:rPr lang="en-CH" sz="2000">
                    <a:cs typeface="Arial" panose="020B0604020202020204" pitchFamily="34" charset="0"/>
                  </a:rPr>
                  <a:t>from </a:t>
                </a:r>
                <a:r>
                  <a:rPr lang="en-US" sz="2000" dirty="0">
                    <a:cs typeface="Arial" panose="020B0604020202020204" pitchFamily="34" charset="0"/>
                  </a:rPr>
                  <a:t>160 </a:t>
                </a:r>
                <a:r>
                  <a:rPr lang="en-CH" sz="2000">
                    <a:cs typeface="Arial" panose="020B0604020202020204" pitchFamily="34" charset="0"/>
                  </a:rPr>
                  <a:t>MeV to </a:t>
                </a:r>
                <a:r>
                  <a:rPr lang="en-US" sz="2000" dirty="0">
                    <a:cs typeface="Arial" panose="020B0604020202020204" pitchFamily="34" charset="0"/>
                  </a:rPr>
                  <a:t>2 </a:t>
                </a:r>
                <a:r>
                  <a:rPr lang="en-CH" sz="2000">
                    <a:cs typeface="Arial" panose="020B0604020202020204" pitchFamily="34" charset="0"/>
                  </a:rPr>
                  <a:t>GeV in </a:t>
                </a:r>
                <a:r>
                  <a:rPr lang="en-US" sz="2000" dirty="0">
                    <a:cs typeface="Arial" panose="020B0604020202020204" pitchFamily="34" charset="0"/>
                  </a:rPr>
                  <a:t>~0.5 </a:t>
                </a:r>
                <a:r>
                  <a:rPr lang="en-CH" sz="2000">
                    <a:cs typeface="Arial" panose="020B0604020202020204" pitchFamily="34" charset="0"/>
                  </a:rPr>
                  <a:t>sec.</a:t>
                </a:r>
                <a:endParaRPr lang="en-CH" sz="2000" dirty="0">
                  <a:cs typeface="Arial" panose="020B0604020202020204" pitchFamily="34" charset="0"/>
                </a:endParaRPr>
              </a:p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Common injection and extraction line.  </a:t>
                </a:r>
              </a:p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16 periods (sectors), each with </a:t>
                </a:r>
                <a:r>
                  <a:rPr lang="en-CH" sz="2000" b="1" dirty="0">
                    <a:solidFill>
                      <a:srgbClr val="00B050"/>
                    </a:solidFill>
                    <a:cs typeface="Arial" panose="020B0604020202020204" pitchFamily="34" charset="0"/>
                  </a:rPr>
                  <a:t>two dipoles</a:t>
                </a:r>
                <a:r>
                  <a:rPr lang="en-CH" sz="2000" dirty="0">
                    <a:cs typeface="Arial" panose="020B0604020202020204" pitchFamily="34" charset="0"/>
                  </a:rPr>
                  <a:t>, </a:t>
                </a:r>
                <a:r>
                  <a:rPr lang="en-CH" sz="2000" b="1" dirty="0">
                    <a:solidFill>
                      <a:schemeClr val="accent3">
                        <a:lumMod val="75000"/>
                      </a:schemeClr>
                    </a:solidFill>
                    <a:cs typeface="Arial" panose="020B0604020202020204" pitchFamily="34" charset="0"/>
                  </a:rPr>
                  <a:t>three quadrupoles</a:t>
                </a:r>
                <a:r>
                  <a:rPr lang="en-CH" sz="2000" dirty="0">
                    <a:cs typeface="Arial" panose="020B0604020202020204" pitchFamily="34" charset="0"/>
                  </a:rPr>
                  <a:t> and a </a:t>
                </a:r>
                <a:r>
                  <a:rPr lang="en-CH" sz="2000" b="1" dirty="0">
                    <a:cs typeface="Arial" panose="020B0604020202020204" pitchFamily="34" charset="0"/>
                  </a:rPr>
                  <a:t>“straight section”</a:t>
                </a:r>
                <a:r>
                  <a:rPr lang="en-CH" sz="2000" dirty="0">
                    <a:cs typeface="Arial" panose="020B0604020202020204" pitchFamily="34" charset="0"/>
                  </a:rPr>
                  <a:t> for adittional </a:t>
                </a:r>
                <a:r>
                  <a:rPr lang="en-CH" sz="2000">
                    <a:cs typeface="Arial" panose="020B0604020202020204" pitchFamily="34" charset="0"/>
                  </a:rPr>
                  <a:t>elements.</a:t>
                </a:r>
                <a:endParaRPr lang="en-US" sz="2000" dirty="0">
                  <a:cs typeface="Arial" panose="020B0604020202020204" pitchFamily="34" charset="0"/>
                </a:endParaRPr>
              </a:p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Magnetic cycle </a:t>
                </a:r>
                <a:r>
                  <a:rPr lang="en-CH" sz="2000">
                    <a:cs typeface="Arial" panose="020B0604020202020204" pitchFamily="34" charset="0"/>
                  </a:rPr>
                  <a:t>of </a:t>
                </a:r>
                <a:r>
                  <a:rPr lang="en-US" sz="2000" dirty="0">
                    <a:cs typeface="Arial" panose="020B0604020202020204" pitchFamily="34" charset="0"/>
                  </a:rPr>
                  <a:t>1.2 </a:t>
                </a:r>
                <a:r>
                  <a:rPr lang="en-CH" sz="2000">
                    <a:cs typeface="Arial" panose="020B0604020202020204" pitchFamily="34" charset="0"/>
                  </a:rPr>
                  <a:t>sec</a:t>
                </a:r>
                <a:r>
                  <a:rPr lang="en-CH" sz="2000" dirty="0">
                    <a:cs typeface="Arial" panose="020B0604020202020204" pitchFamily="34" charset="0"/>
                  </a:rPr>
                  <a:t>. Beam injection </a:t>
                </a:r>
                <a:r>
                  <a:rPr lang="en-CH" sz="2000">
                    <a:cs typeface="Arial" panose="020B0604020202020204" pitchFamily="34" charset="0"/>
                  </a:rPr>
                  <a:t>at </a:t>
                </a:r>
                <a:r>
                  <a:rPr lang="en-US" sz="2000" dirty="0">
                    <a:cs typeface="Arial" panose="020B0604020202020204" pitchFamily="34" charset="0"/>
                  </a:rPr>
                  <a:t>275 </a:t>
                </a:r>
                <a:r>
                  <a:rPr lang="en-CH" sz="2000">
                    <a:cs typeface="Arial" panose="020B0604020202020204" pitchFamily="34" charset="0"/>
                  </a:rPr>
                  <a:t>ms </a:t>
                </a:r>
                <a:r>
                  <a:rPr lang="en-CH" sz="2000" dirty="0">
                    <a:cs typeface="Arial" panose="020B0604020202020204" pitchFamily="34" charset="0"/>
                  </a:rPr>
                  <a:t>and extraction </a:t>
                </a:r>
                <a:r>
                  <a:rPr lang="en-CH" sz="2000">
                    <a:cs typeface="Arial" panose="020B0604020202020204" pitchFamily="34" charset="0"/>
                  </a:rPr>
                  <a:t>at </a:t>
                </a:r>
                <a:r>
                  <a:rPr lang="en-US" sz="2000" dirty="0">
                    <a:cs typeface="Arial" panose="020B0604020202020204" pitchFamily="34" charset="0"/>
                  </a:rPr>
                  <a:t>805 </a:t>
                </a:r>
                <a:r>
                  <a:rPr lang="en-CH" sz="2000">
                    <a:cs typeface="Arial" panose="020B0604020202020204" pitchFamily="34" charset="0"/>
                  </a:rPr>
                  <a:t>ms</a:t>
                </a:r>
                <a:r>
                  <a:rPr lang="en-CH" sz="2000" dirty="0"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/>
                <a:endParaRPr lang="en-CH" sz="20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836F96BB-B55A-BD3E-D38E-9B48D2E1E5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6096000" y="746648"/>
                <a:ext cx="5682488" cy="5653088"/>
              </a:xfrm>
              <a:blipFill>
                <a:blip r:embed="rId4"/>
                <a:stretch>
                  <a:fillRect l="-893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24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B963-DB93-43E0-ADE6-DD35D45E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D6CE-66E4-1120-C0CF-84C59FCEE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delivery – </a:t>
            </a:r>
            <a:r>
              <a:rPr lang="en-US" dirty="0" err="1"/>
              <a:t>supercycles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08812D-4138-F919-6F0C-74EF40EA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15</a:t>
            </a:fld>
            <a:endParaRPr lang="el-G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B4E00AE-411D-5B68-3309-7EDC95BF6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9" y="685740"/>
            <a:ext cx="6174047" cy="448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12F544-28E9-8C69-A100-AD4ADC6F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64" y="2423384"/>
            <a:ext cx="5152753" cy="3846785"/>
          </a:xfrm>
          <a:prstGeom prst="rect">
            <a:avLst/>
          </a:prstGeom>
          <a:ln w="38100">
            <a:solidFill>
              <a:schemeClr val="accent5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D73821DB-EA14-CF52-997D-310002BFDE1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6096000" y="746648"/>
                <a:ext cx="5682488" cy="5653088"/>
              </a:xfrm>
            </p:spPr>
            <p:txBody>
              <a:bodyPr/>
              <a:lstStyle/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4 identical superimposed rings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CH" sz="2000" dirty="0">
                    <a:cs typeface="Arial" panose="020B0604020202020204" pitchFamily="34" charset="0"/>
                  </a:rPr>
                  <a:t>m </a:t>
                </a:r>
                <a:r>
                  <a:rPr lang="en-CH" sz="2000">
                    <a:cs typeface="Arial" panose="020B0604020202020204" pitchFamily="34" charset="0"/>
                  </a:rPr>
                  <a:t>radius.</a:t>
                </a:r>
                <a:endParaRPr lang="en-CH" sz="2000" dirty="0">
                  <a:cs typeface="Arial" panose="020B0604020202020204" pitchFamily="34" charset="0"/>
                </a:endParaRPr>
              </a:p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Acceleration </a:t>
                </a:r>
                <a:r>
                  <a:rPr lang="en-CH" sz="2000">
                    <a:cs typeface="Arial" panose="020B0604020202020204" pitchFamily="34" charset="0"/>
                  </a:rPr>
                  <a:t>from </a:t>
                </a:r>
                <a:r>
                  <a:rPr lang="en-US" sz="2000" dirty="0">
                    <a:cs typeface="Arial" panose="020B0604020202020204" pitchFamily="34" charset="0"/>
                  </a:rPr>
                  <a:t>160 </a:t>
                </a:r>
                <a:r>
                  <a:rPr lang="en-CH" sz="2000">
                    <a:cs typeface="Arial" panose="020B0604020202020204" pitchFamily="34" charset="0"/>
                  </a:rPr>
                  <a:t>MeV to </a:t>
                </a:r>
                <a:r>
                  <a:rPr lang="en-US" sz="2000" dirty="0">
                    <a:cs typeface="Arial" panose="020B0604020202020204" pitchFamily="34" charset="0"/>
                  </a:rPr>
                  <a:t>2 </a:t>
                </a:r>
                <a:r>
                  <a:rPr lang="en-CH" sz="2000">
                    <a:cs typeface="Arial" panose="020B0604020202020204" pitchFamily="34" charset="0"/>
                  </a:rPr>
                  <a:t>GeV in </a:t>
                </a:r>
                <a:r>
                  <a:rPr lang="en-US" sz="2000" dirty="0">
                    <a:cs typeface="Arial" panose="020B0604020202020204" pitchFamily="34" charset="0"/>
                  </a:rPr>
                  <a:t>~0.5 </a:t>
                </a:r>
                <a:r>
                  <a:rPr lang="en-CH" sz="2000">
                    <a:cs typeface="Arial" panose="020B0604020202020204" pitchFamily="34" charset="0"/>
                  </a:rPr>
                  <a:t>sec.</a:t>
                </a:r>
                <a:endParaRPr lang="en-CH" sz="2000" dirty="0">
                  <a:cs typeface="Arial" panose="020B0604020202020204" pitchFamily="34" charset="0"/>
                </a:endParaRPr>
              </a:p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Common injection and extraction line.  </a:t>
                </a:r>
              </a:p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16 periods (sectors), each with </a:t>
                </a:r>
                <a:r>
                  <a:rPr lang="en-CH" sz="2000" b="1" dirty="0">
                    <a:solidFill>
                      <a:srgbClr val="00B050"/>
                    </a:solidFill>
                    <a:cs typeface="Arial" panose="020B0604020202020204" pitchFamily="34" charset="0"/>
                  </a:rPr>
                  <a:t>two dipoles</a:t>
                </a:r>
                <a:r>
                  <a:rPr lang="en-CH" sz="2000" dirty="0">
                    <a:cs typeface="Arial" panose="020B0604020202020204" pitchFamily="34" charset="0"/>
                  </a:rPr>
                  <a:t>, </a:t>
                </a:r>
                <a:r>
                  <a:rPr lang="en-CH" sz="2000" b="1" dirty="0">
                    <a:solidFill>
                      <a:schemeClr val="accent3">
                        <a:lumMod val="75000"/>
                      </a:schemeClr>
                    </a:solidFill>
                    <a:cs typeface="Arial" panose="020B0604020202020204" pitchFamily="34" charset="0"/>
                  </a:rPr>
                  <a:t>three quadrupoles</a:t>
                </a:r>
                <a:r>
                  <a:rPr lang="en-CH" sz="2000" dirty="0">
                    <a:cs typeface="Arial" panose="020B0604020202020204" pitchFamily="34" charset="0"/>
                  </a:rPr>
                  <a:t> and a </a:t>
                </a:r>
                <a:r>
                  <a:rPr lang="en-CH" sz="2000" b="1" dirty="0">
                    <a:cs typeface="Arial" panose="020B0604020202020204" pitchFamily="34" charset="0"/>
                  </a:rPr>
                  <a:t>“straight section”</a:t>
                </a:r>
                <a:r>
                  <a:rPr lang="en-CH" sz="2000" dirty="0">
                    <a:cs typeface="Arial" panose="020B0604020202020204" pitchFamily="34" charset="0"/>
                  </a:rPr>
                  <a:t> for adittional </a:t>
                </a:r>
                <a:r>
                  <a:rPr lang="en-CH" sz="2000">
                    <a:cs typeface="Arial" panose="020B0604020202020204" pitchFamily="34" charset="0"/>
                  </a:rPr>
                  <a:t>elements.</a:t>
                </a:r>
                <a:endParaRPr lang="en-US" sz="2000" dirty="0">
                  <a:cs typeface="Arial" panose="020B0604020202020204" pitchFamily="34" charset="0"/>
                </a:endParaRPr>
              </a:p>
              <a:p>
                <a:pPr marL="285750" indent="-285750"/>
                <a:r>
                  <a:rPr lang="en-CH" sz="2000" dirty="0">
                    <a:cs typeface="Arial" panose="020B0604020202020204" pitchFamily="34" charset="0"/>
                  </a:rPr>
                  <a:t>Magnetic cycle </a:t>
                </a:r>
                <a:r>
                  <a:rPr lang="en-CH" sz="2000">
                    <a:cs typeface="Arial" panose="020B0604020202020204" pitchFamily="34" charset="0"/>
                  </a:rPr>
                  <a:t>of </a:t>
                </a:r>
                <a:r>
                  <a:rPr lang="en-US" sz="2000" dirty="0">
                    <a:cs typeface="Arial" panose="020B0604020202020204" pitchFamily="34" charset="0"/>
                  </a:rPr>
                  <a:t>1.2 </a:t>
                </a:r>
                <a:r>
                  <a:rPr lang="en-CH" sz="2000">
                    <a:cs typeface="Arial" panose="020B0604020202020204" pitchFamily="34" charset="0"/>
                  </a:rPr>
                  <a:t>sec</a:t>
                </a:r>
                <a:r>
                  <a:rPr lang="en-CH" sz="2000" dirty="0">
                    <a:cs typeface="Arial" panose="020B0604020202020204" pitchFamily="34" charset="0"/>
                  </a:rPr>
                  <a:t>. Beam injection </a:t>
                </a:r>
                <a:r>
                  <a:rPr lang="en-CH" sz="2000">
                    <a:cs typeface="Arial" panose="020B0604020202020204" pitchFamily="34" charset="0"/>
                  </a:rPr>
                  <a:t>at </a:t>
                </a:r>
                <a:r>
                  <a:rPr lang="en-US" sz="2000" dirty="0">
                    <a:cs typeface="Arial" panose="020B0604020202020204" pitchFamily="34" charset="0"/>
                  </a:rPr>
                  <a:t>275 </a:t>
                </a:r>
                <a:r>
                  <a:rPr lang="en-CH" sz="2000">
                    <a:cs typeface="Arial" panose="020B0604020202020204" pitchFamily="34" charset="0"/>
                  </a:rPr>
                  <a:t>ms </a:t>
                </a:r>
                <a:r>
                  <a:rPr lang="en-CH" sz="2000" dirty="0">
                    <a:cs typeface="Arial" panose="020B0604020202020204" pitchFamily="34" charset="0"/>
                  </a:rPr>
                  <a:t>and extraction </a:t>
                </a:r>
                <a:r>
                  <a:rPr lang="en-CH" sz="2000">
                    <a:cs typeface="Arial" panose="020B0604020202020204" pitchFamily="34" charset="0"/>
                  </a:rPr>
                  <a:t>at </a:t>
                </a:r>
                <a:r>
                  <a:rPr lang="en-US" sz="2000" dirty="0">
                    <a:cs typeface="Arial" panose="020B0604020202020204" pitchFamily="34" charset="0"/>
                  </a:rPr>
                  <a:t>805 </a:t>
                </a:r>
                <a:r>
                  <a:rPr lang="en-CH" sz="2000">
                    <a:cs typeface="Arial" panose="020B0604020202020204" pitchFamily="34" charset="0"/>
                  </a:rPr>
                  <a:t>ms</a:t>
                </a:r>
                <a:r>
                  <a:rPr lang="en-CH" sz="2000" dirty="0"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/>
                <a:r>
                  <a:rPr lang="en-CH" sz="2000">
                    <a:cs typeface="Arial" panose="020B0604020202020204" pitchFamily="34" charset="0"/>
                  </a:rPr>
                  <a:t>PSB is constantly cycled with different beams. The cycles follow a predefined </a:t>
                </a:r>
                <a:r>
                  <a:rPr lang="en-CH" sz="2000" b="1">
                    <a:solidFill>
                      <a:srgbClr val="FF0000"/>
                    </a:solidFill>
                    <a:cs typeface="Arial" panose="020B0604020202020204" pitchFamily="34" charset="0"/>
                  </a:rPr>
                  <a:t>super-cycle</a:t>
                </a:r>
                <a:r>
                  <a:rPr lang="en-CH" sz="2000">
                    <a:cs typeface="Arial" panose="020B0604020202020204" pitchFamily="34" charset="0"/>
                  </a:rPr>
                  <a:t> which is repeated many times. </a:t>
                </a:r>
              </a:p>
              <a:p>
                <a:pPr marL="285750" indent="-285750"/>
                <a:endParaRPr lang="en-CH" sz="20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D73821DB-EA14-CF52-997D-310002BFDE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6096000" y="746648"/>
                <a:ext cx="5682488" cy="5653088"/>
              </a:xfrm>
              <a:blipFill>
                <a:blip r:embed="rId4"/>
                <a:stretch>
                  <a:fillRect l="-893" t="-895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99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A64D-048E-516F-EB89-710EB444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PSB beam instrumentation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1A854C-2408-F03C-3F61-919BAE96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16</a:t>
            </a:fld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CA4DD-2A35-E753-2FF0-73948CC58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1" y="766354"/>
            <a:ext cx="5669279" cy="45651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66B97D4-F36D-9DA7-9578-F197F4AC809B}"/>
              </a:ext>
            </a:extLst>
          </p:cNvPr>
          <p:cNvSpPr/>
          <p:nvPr/>
        </p:nvSpPr>
        <p:spPr>
          <a:xfrm>
            <a:off x="3814355" y="443359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846080-64BF-03B5-31F8-05C09BB3D9B5}"/>
              </a:ext>
            </a:extLst>
          </p:cNvPr>
          <p:cNvSpPr/>
          <p:nvPr/>
        </p:nvSpPr>
        <p:spPr>
          <a:xfrm>
            <a:off x="4319448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99CBD6-2FBC-0486-12AE-028546ED2FC5}"/>
              </a:ext>
            </a:extLst>
          </p:cNvPr>
          <p:cNvSpPr/>
          <p:nvPr/>
        </p:nvSpPr>
        <p:spPr>
          <a:xfrm>
            <a:off x="4606834" y="3247049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80156A-CCBD-0B4C-F5A0-8A166983D9EC}"/>
              </a:ext>
            </a:extLst>
          </p:cNvPr>
          <p:cNvSpPr/>
          <p:nvPr/>
        </p:nvSpPr>
        <p:spPr>
          <a:xfrm>
            <a:off x="4606833" y="247416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ECBCE2D-80DF-7434-D7CB-7E8E1CD7208A}"/>
              </a:ext>
            </a:extLst>
          </p:cNvPr>
          <p:cNvSpPr/>
          <p:nvPr/>
        </p:nvSpPr>
        <p:spPr>
          <a:xfrm>
            <a:off x="4310735" y="1838437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50FAEC-4234-C532-7818-36A80CEEA0E1}"/>
              </a:ext>
            </a:extLst>
          </p:cNvPr>
          <p:cNvSpPr/>
          <p:nvPr/>
        </p:nvSpPr>
        <p:spPr>
          <a:xfrm>
            <a:off x="3814355" y="131592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B9D81A-71AD-A791-AF42-E2A54F6E33A4}"/>
              </a:ext>
            </a:extLst>
          </p:cNvPr>
          <p:cNvSpPr/>
          <p:nvPr/>
        </p:nvSpPr>
        <p:spPr>
          <a:xfrm>
            <a:off x="3143795" y="9831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E5B9BA-F910-2399-C67D-2E3D0DF2FB50}"/>
              </a:ext>
            </a:extLst>
          </p:cNvPr>
          <p:cNvSpPr/>
          <p:nvPr/>
        </p:nvSpPr>
        <p:spPr>
          <a:xfrm>
            <a:off x="2364378" y="98315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C971CA-CB0F-0FA2-1A75-92B232A7B69F}"/>
              </a:ext>
            </a:extLst>
          </p:cNvPr>
          <p:cNvSpPr/>
          <p:nvPr/>
        </p:nvSpPr>
        <p:spPr>
          <a:xfrm>
            <a:off x="1685110" y="127377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E8D0107-8A5E-10A2-BF8E-25F907E63271}"/>
              </a:ext>
            </a:extLst>
          </p:cNvPr>
          <p:cNvSpPr/>
          <p:nvPr/>
        </p:nvSpPr>
        <p:spPr>
          <a:xfrm>
            <a:off x="1101635" y="179193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1A64F06-7B18-62F0-DF02-8422B8F0E644}"/>
              </a:ext>
            </a:extLst>
          </p:cNvPr>
          <p:cNvSpPr/>
          <p:nvPr/>
        </p:nvSpPr>
        <p:spPr>
          <a:xfrm>
            <a:off x="827315" y="247416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F206BA-7F7D-9E7D-E74A-B00E071A4ADC}"/>
              </a:ext>
            </a:extLst>
          </p:cNvPr>
          <p:cNvSpPr/>
          <p:nvPr/>
        </p:nvSpPr>
        <p:spPr>
          <a:xfrm>
            <a:off x="827314" y="3209718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DF8989-70E9-CC8C-DBC1-E2D50784A130}"/>
              </a:ext>
            </a:extLst>
          </p:cNvPr>
          <p:cNvSpPr/>
          <p:nvPr/>
        </p:nvSpPr>
        <p:spPr>
          <a:xfrm>
            <a:off x="1062444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B899BC-54F6-73D0-517E-DE6B091C880F}"/>
              </a:ext>
            </a:extLst>
          </p:cNvPr>
          <p:cNvSpPr/>
          <p:nvPr/>
        </p:nvSpPr>
        <p:spPr>
          <a:xfrm>
            <a:off x="1593670" y="4433591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00DB38-0DE2-5C08-2155-89EB1766D832}"/>
              </a:ext>
            </a:extLst>
          </p:cNvPr>
          <p:cNvSpPr/>
          <p:nvPr/>
        </p:nvSpPr>
        <p:spPr>
          <a:xfrm>
            <a:off x="3052355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CFEA224-BE4C-8133-3831-B907664BD81B}"/>
              </a:ext>
            </a:extLst>
          </p:cNvPr>
          <p:cNvSpPr/>
          <p:nvPr/>
        </p:nvSpPr>
        <p:spPr>
          <a:xfrm>
            <a:off x="2364377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5D18BD3-90C2-8F42-398B-C020634FD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08" y="2222728"/>
            <a:ext cx="5355777" cy="310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117F-4C1E-2D3B-8778-0E20EECE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PSB beam instrumentation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85F838-6027-C37B-9893-32406332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17</a:t>
            </a:fld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654D3-1011-D866-73A8-97793F087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897" y="2744202"/>
            <a:ext cx="4887906" cy="294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2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F50FF-C8FD-6F3F-CC2F-208487F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C3F99-945E-B208-2758-FB02676D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PSB beam instrumentation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7F36FF-B1ED-F90A-3C42-A5C68715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18</a:t>
            </a:fld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3244D-16EE-473A-4E42-139240372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1" y="766354"/>
            <a:ext cx="5669279" cy="456515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89F2D03-0616-55D4-CF32-E981B04EDB45}"/>
              </a:ext>
            </a:extLst>
          </p:cNvPr>
          <p:cNvSpPr/>
          <p:nvPr/>
        </p:nvSpPr>
        <p:spPr>
          <a:xfrm>
            <a:off x="3814355" y="443359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8961A7-FC30-CB02-FB94-08A9407F7ACD}"/>
              </a:ext>
            </a:extLst>
          </p:cNvPr>
          <p:cNvSpPr/>
          <p:nvPr/>
        </p:nvSpPr>
        <p:spPr>
          <a:xfrm>
            <a:off x="4319448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A92CF4-D7FD-1C35-BDAC-C9551F01B4BD}"/>
              </a:ext>
            </a:extLst>
          </p:cNvPr>
          <p:cNvSpPr/>
          <p:nvPr/>
        </p:nvSpPr>
        <p:spPr>
          <a:xfrm>
            <a:off x="4606834" y="3247049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3A6766-0271-99DE-2FC2-937630C2464A}"/>
              </a:ext>
            </a:extLst>
          </p:cNvPr>
          <p:cNvSpPr/>
          <p:nvPr/>
        </p:nvSpPr>
        <p:spPr>
          <a:xfrm>
            <a:off x="4606833" y="247416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B59C13-BA79-7473-E22A-05C549E57EFB}"/>
              </a:ext>
            </a:extLst>
          </p:cNvPr>
          <p:cNvSpPr/>
          <p:nvPr/>
        </p:nvSpPr>
        <p:spPr>
          <a:xfrm>
            <a:off x="4310735" y="1838437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3CB7AF-13C9-132E-DC42-EEEF73E1792A}"/>
              </a:ext>
            </a:extLst>
          </p:cNvPr>
          <p:cNvSpPr/>
          <p:nvPr/>
        </p:nvSpPr>
        <p:spPr>
          <a:xfrm>
            <a:off x="3814355" y="131592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DE704D-579D-D82A-0BC0-EC5BD8275183}"/>
              </a:ext>
            </a:extLst>
          </p:cNvPr>
          <p:cNvSpPr/>
          <p:nvPr/>
        </p:nvSpPr>
        <p:spPr>
          <a:xfrm>
            <a:off x="3143795" y="9831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193694-8D23-8B71-916D-ED0BFCEA006E}"/>
              </a:ext>
            </a:extLst>
          </p:cNvPr>
          <p:cNvSpPr/>
          <p:nvPr/>
        </p:nvSpPr>
        <p:spPr>
          <a:xfrm>
            <a:off x="2364378" y="98315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CE7B10-2860-709D-9033-43B6582352C5}"/>
              </a:ext>
            </a:extLst>
          </p:cNvPr>
          <p:cNvSpPr/>
          <p:nvPr/>
        </p:nvSpPr>
        <p:spPr>
          <a:xfrm>
            <a:off x="1685110" y="127377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B63177-E44F-93E3-7131-A42A37F7AA6F}"/>
              </a:ext>
            </a:extLst>
          </p:cNvPr>
          <p:cNvSpPr/>
          <p:nvPr/>
        </p:nvSpPr>
        <p:spPr>
          <a:xfrm>
            <a:off x="1101635" y="179193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1C237B-F068-BE3F-E464-F255A85A8C3C}"/>
              </a:ext>
            </a:extLst>
          </p:cNvPr>
          <p:cNvSpPr/>
          <p:nvPr/>
        </p:nvSpPr>
        <p:spPr>
          <a:xfrm>
            <a:off x="827315" y="247416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496BA2F-150F-E8B7-B39A-248464BC3395}"/>
              </a:ext>
            </a:extLst>
          </p:cNvPr>
          <p:cNvSpPr/>
          <p:nvPr/>
        </p:nvSpPr>
        <p:spPr>
          <a:xfrm>
            <a:off x="827314" y="3209718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33A3B6-16CC-BE31-4634-3CEE9585543C}"/>
              </a:ext>
            </a:extLst>
          </p:cNvPr>
          <p:cNvSpPr/>
          <p:nvPr/>
        </p:nvSpPr>
        <p:spPr>
          <a:xfrm>
            <a:off x="1062444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C4EC05-FCC2-22C7-FC1A-D107BE13E3AE}"/>
              </a:ext>
            </a:extLst>
          </p:cNvPr>
          <p:cNvSpPr/>
          <p:nvPr/>
        </p:nvSpPr>
        <p:spPr>
          <a:xfrm>
            <a:off x="1593670" y="4433591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A718FC0-E134-7BD9-54A3-43D9A26017FB}"/>
              </a:ext>
            </a:extLst>
          </p:cNvPr>
          <p:cNvSpPr/>
          <p:nvPr/>
        </p:nvSpPr>
        <p:spPr>
          <a:xfrm>
            <a:off x="3052355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7AB258-DA70-DCBA-896C-E14E30904D15}"/>
              </a:ext>
            </a:extLst>
          </p:cNvPr>
          <p:cNvSpPr/>
          <p:nvPr/>
        </p:nvSpPr>
        <p:spPr>
          <a:xfrm>
            <a:off x="2364377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75AE93-D80E-09A2-BB97-70E052FE8394}"/>
              </a:ext>
            </a:extLst>
          </p:cNvPr>
          <p:cNvSpPr/>
          <p:nvPr/>
        </p:nvSpPr>
        <p:spPr>
          <a:xfrm>
            <a:off x="2680058" y="893731"/>
            <a:ext cx="165468" cy="360796"/>
          </a:xfrm>
          <a:prstGeom prst="rect">
            <a:avLst/>
          </a:prstGeom>
          <a:solidFill>
            <a:srgbClr val="7030A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2" name="Extract 21">
            <a:extLst>
              <a:ext uri="{FF2B5EF4-FFF2-40B4-BE49-F238E27FC236}">
                <a16:creationId xmlns:a16="http://schemas.microsoft.com/office/drawing/2014/main" id="{3DE3F01E-148A-E076-B8DA-905BC0C200CA}"/>
              </a:ext>
            </a:extLst>
          </p:cNvPr>
          <p:cNvSpPr/>
          <p:nvPr/>
        </p:nvSpPr>
        <p:spPr>
          <a:xfrm rot="8151013">
            <a:off x="4125808" y="4097259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" name="Extract 22">
            <a:extLst>
              <a:ext uri="{FF2B5EF4-FFF2-40B4-BE49-F238E27FC236}">
                <a16:creationId xmlns:a16="http://schemas.microsoft.com/office/drawing/2014/main" id="{9F9CA1E1-8990-3275-BBF7-4D8C8C29E17C}"/>
              </a:ext>
            </a:extLst>
          </p:cNvPr>
          <p:cNvSpPr/>
          <p:nvPr/>
        </p:nvSpPr>
        <p:spPr>
          <a:xfrm rot="17677774">
            <a:off x="883953" y="2033994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4" name="Extract 23">
            <a:extLst>
              <a:ext uri="{FF2B5EF4-FFF2-40B4-BE49-F238E27FC236}">
                <a16:creationId xmlns:a16="http://schemas.microsoft.com/office/drawing/2014/main" id="{026A33A3-65C6-0D34-7877-5536D909F69F}"/>
              </a:ext>
            </a:extLst>
          </p:cNvPr>
          <p:cNvSpPr/>
          <p:nvPr/>
        </p:nvSpPr>
        <p:spPr>
          <a:xfrm rot="5400000">
            <a:off x="4639862" y="2725877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5" name="Picture 2" descr="Principle of the beam wire scanner. | Download Scientific Diagram">
            <a:extLst>
              <a:ext uri="{FF2B5EF4-FFF2-40B4-BE49-F238E27FC236}">
                <a16:creationId xmlns:a16="http://schemas.microsoft.com/office/drawing/2014/main" id="{0AC87C35-23E3-CE97-89FB-761E8F810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986" y="2696582"/>
            <a:ext cx="5669279" cy="373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58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EC2E-ED11-CA0C-9FC6-E48680DA4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BC31-BC9E-46E6-C9C7-05F4D511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PSB beam instrumentation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E57C5-2605-0B0E-418D-D573344F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19</a:t>
            </a:fld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4994D-6231-4CA6-CC37-6243D0E8A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1" y="766354"/>
            <a:ext cx="5669279" cy="456515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102F987-5670-C12C-7808-4E76C6F911E8}"/>
              </a:ext>
            </a:extLst>
          </p:cNvPr>
          <p:cNvSpPr/>
          <p:nvPr/>
        </p:nvSpPr>
        <p:spPr>
          <a:xfrm>
            <a:off x="3814355" y="443359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71D50C-2967-933F-C785-BC406E75A2C6}"/>
              </a:ext>
            </a:extLst>
          </p:cNvPr>
          <p:cNvSpPr/>
          <p:nvPr/>
        </p:nvSpPr>
        <p:spPr>
          <a:xfrm>
            <a:off x="4319448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664A18-CEE0-39D5-2E7D-33645DED274F}"/>
              </a:ext>
            </a:extLst>
          </p:cNvPr>
          <p:cNvSpPr/>
          <p:nvPr/>
        </p:nvSpPr>
        <p:spPr>
          <a:xfrm>
            <a:off x="4606834" y="3247049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ABC597-6E06-228E-BA2A-C4A188C95E3C}"/>
              </a:ext>
            </a:extLst>
          </p:cNvPr>
          <p:cNvSpPr/>
          <p:nvPr/>
        </p:nvSpPr>
        <p:spPr>
          <a:xfrm>
            <a:off x="4606833" y="247416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38875D-3087-E553-BC94-8DD198A46681}"/>
              </a:ext>
            </a:extLst>
          </p:cNvPr>
          <p:cNvSpPr/>
          <p:nvPr/>
        </p:nvSpPr>
        <p:spPr>
          <a:xfrm>
            <a:off x="4310735" y="1838437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E529E6-76BA-E4CB-AE14-1225B21C1491}"/>
              </a:ext>
            </a:extLst>
          </p:cNvPr>
          <p:cNvSpPr/>
          <p:nvPr/>
        </p:nvSpPr>
        <p:spPr>
          <a:xfrm>
            <a:off x="3814355" y="131592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763127C-3B95-4A2B-797D-65803318038D}"/>
              </a:ext>
            </a:extLst>
          </p:cNvPr>
          <p:cNvSpPr/>
          <p:nvPr/>
        </p:nvSpPr>
        <p:spPr>
          <a:xfrm>
            <a:off x="3143795" y="9831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433005-3AF6-03C4-335C-A640BFDF3BC2}"/>
              </a:ext>
            </a:extLst>
          </p:cNvPr>
          <p:cNvSpPr/>
          <p:nvPr/>
        </p:nvSpPr>
        <p:spPr>
          <a:xfrm>
            <a:off x="2364378" y="98315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5E74882-265B-C644-6CD5-3C88FC467513}"/>
              </a:ext>
            </a:extLst>
          </p:cNvPr>
          <p:cNvSpPr/>
          <p:nvPr/>
        </p:nvSpPr>
        <p:spPr>
          <a:xfrm>
            <a:off x="1685110" y="127377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BE4AA6-77C5-983F-A848-01B94724D0FB}"/>
              </a:ext>
            </a:extLst>
          </p:cNvPr>
          <p:cNvSpPr/>
          <p:nvPr/>
        </p:nvSpPr>
        <p:spPr>
          <a:xfrm>
            <a:off x="1101635" y="179193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BC79EE-D961-FA92-7935-98855AFACF40}"/>
              </a:ext>
            </a:extLst>
          </p:cNvPr>
          <p:cNvSpPr/>
          <p:nvPr/>
        </p:nvSpPr>
        <p:spPr>
          <a:xfrm>
            <a:off x="827315" y="247416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279D74-8578-6ED0-82BC-293AF88AF744}"/>
              </a:ext>
            </a:extLst>
          </p:cNvPr>
          <p:cNvSpPr/>
          <p:nvPr/>
        </p:nvSpPr>
        <p:spPr>
          <a:xfrm>
            <a:off x="827314" y="3209718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C8ADD6-6328-AF2D-B089-916CE7854A8E}"/>
              </a:ext>
            </a:extLst>
          </p:cNvPr>
          <p:cNvSpPr/>
          <p:nvPr/>
        </p:nvSpPr>
        <p:spPr>
          <a:xfrm>
            <a:off x="1062444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EE5A4C-F472-0336-D4C1-92F527295DF0}"/>
              </a:ext>
            </a:extLst>
          </p:cNvPr>
          <p:cNvSpPr/>
          <p:nvPr/>
        </p:nvSpPr>
        <p:spPr>
          <a:xfrm>
            <a:off x="1593670" y="4433591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A428D5-04F1-0765-BD67-30CA3DA22C94}"/>
              </a:ext>
            </a:extLst>
          </p:cNvPr>
          <p:cNvSpPr/>
          <p:nvPr/>
        </p:nvSpPr>
        <p:spPr>
          <a:xfrm>
            <a:off x="3052355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47D828-B53C-8654-7C52-B5F6AD42ED51}"/>
              </a:ext>
            </a:extLst>
          </p:cNvPr>
          <p:cNvSpPr/>
          <p:nvPr/>
        </p:nvSpPr>
        <p:spPr>
          <a:xfrm>
            <a:off x="2364377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165A6B-EBA5-7A67-7471-DBA174547202}"/>
              </a:ext>
            </a:extLst>
          </p:cNvPr>
          <p:cNvSpPr/>
          <p:nvPr/>
        </p:nvSpPr>
        <p:spPr>
          <a:xfrm>
            <a:off x="2680058" y="893731"/>
            <a:ext cx="165468" cy="360796"/>
          </a:xfrm>
          <a:prstGeom prst="rect">
            <a:avLst/>
          </a:prstGeom>
          <a:solidFill>
            <a:srgbClr val="7030A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2" name="Extract 21">
            <a:extLst>
              <a:ext uri="{FF2B5EF4-FFF2-40B4-BE49-F238E27FC236}">
                <a16:creationId xmlns:a16="http://schemas.microsoft.com/office/drawing/2014/main" id="{7C6658E9-EFE9-A3BE-98C6-489AD647D0E4}"/>
              </a:ext>
            </a:extLst>
          </p:cNvPr>
          <p:cNvSpPr/>
          <p:nvPr/>
        </p:nvSpPr>
        <p:spPr>
          <a:xfrm rot="8151013">
            <a:off x="4125808" y="4097259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" name="Extract 22">
            <a:extLst>
              <a:ext uri="{FF2B5EF4-FFF2-40B4-BE49-F238E27FC236}">
                <a16:creationId xmlns:a16="http://schemas.microsoft.com/office/drawing/2014/main" id="{065BFD80-15C3-13AF-3D4A-AB13E7FAED25}"/>
              </a:ext>
            </a:extLst>
          </p:cNvPr>
          <p:cNvSpPr/>
          <p:nvPr/>
        </p:nvSpPr>
        <p:spPr>
          <a:xfrm rot="17677774">
            <a:off x="883953" y="2033994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4" name="Extract 23">
            <a:extLst>
              <a:ext uri="{FF2B5EF4-FFF2-40B4-BE49-F238E27FC236}">
                <a16:creationId xmlns:a16="http://schemas.microsoft.com/office/drawing/2014/main" id="{912D59E1-1809-7EA7-4EC3-65EFCEE72ED1}"/>
              </a:ext>
            </a:extLst>
          </p:cNvPr>
          <p:cNvSpPr/>
          <p:nvPr/>
        </p:nvSpPr>
        <p:spPr>
          <a:xfrm rot="5400000">
            <a:off x="4639862" y="2725877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4-point Star 34">
            <a:extLst>
              <a:ext uri="{FF2B5EF4-FFF2-40B4-BE49-F238E27FC236}">
                <a16:creationId xmlns:a16="http://schemas.microsoft.com/office/drawing/2014/main" id="{61714396-5977-A471-5994-DBD2A961ACF7}"/>
              </a:ext>
            </a:extLst>
          </p:cNvPr>
          <p:cNvSpPr/>
          <p:nvPr/>
        </p:nvSpPr>
        <p:spPr>
          <a:xfrm rot="17387481">
            <a:off x="4471850" y="3435571"/>
            <a:ext cx="269966" cy="437505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2"/>
              </a:solidFill>
            </a:endParaRPr>
          </a:p>
        </p:txBody>
      </p:sp>
      <p:sp>
        <p:nvSpPr>
          <p:cNvPr id="26" name="4-point Star 35">
            <a:extLst>
              <a:ext uri="{FF2B5EF4-FFF2-40B4-BE49-F238E27FC236}">
                <a16:creationId xmlns:a16="http://schemas.microsoft.com/office/drawing/2014/main" id="{FA4AAE16-2F1E-5DE5-8B4C-A60CA1977DBC}"/>
              </a:ext>
            </a:extLst>
          </p:cNvPr>
          <p:cNvSpPr/>
          <p:nvPr/>
        </p:nvSpPr>
        <p:spPr>
          <a:xfrm rot="15975689">
            <a:off x="743916" y="2811255"/>
            <a:ext cx="269966" cy="437505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2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997ED2C-D8AD-8295-A8F5-9C58E5346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119" y="3827418"/>
            <a:ext cx="6087583" cy="221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0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530-190C-A268-8BAA-634D79BD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6895-96C9-F0D9-730A-F59E4F9AE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PSB beam instrumentation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04EC7F-06CE-04F5-FE08-1EEA73A6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20</a:t>
            </a:fld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FA393-F82E-6D18-7436-8124B116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1" y="766354"/>
            <a:ext cx="5669279" cy="456515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81C5D18-0D4F-EA3B-F7AC-564B3A6792B6}"/>
              </a:ext>
            </a:extLst>
          </p:cNvPr>
          <p:cNvSpPr/>
          <p:nvPr/>
        </p:nvSpPr>
        <p:spPr>
          <a:xfrm>
            <a:off x="3814355" y="443359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5C75C9-A508-4B83-BD78-3070473BFF04}"/>
              </a:ext>
            </a:extLst>
          </p:cNvPr>
          <p:cNvSpPr/>
          <p:nvPr/>
        </p:nvSpPr>
        <p:spPr>
          <a:xfrm>
            <a:off x="4319448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D36DD5-0C12-A0FB-5FC7-CED01AD52DCC}"/>
              </a:ext>
            </a:extLst>
          </p:cNvPr>
          <p:cNvSpPr/>
          <p:nvPr/>
        </p:nvSpPr>
        <p:spPr>
          <a:xfrm>
            <a:off x="4606834" y="3247049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2C3409F-6DFC-CFE8-DD7F-D43DE8FF05F1}"/>
              </a:ext>
            </a:extLst>
          </p:cNvPr>
          <p:cNvSpPr/>
          <p:nvPr/>
        </p:nvSpPr>
        <p:spPr>
          <a:xfrm>
            <a:off x="4606833" y="247416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04415C-C1C3-D3F8-9B02-6EB9446E83E4}"/>
              </a:ext>
            </a:extLst>
          </p:cNvPr>
          <p:cNvSpPr/>
          <p:nvPr/>
        </p:nvSpPr>
        <p:spPr>
          <a:xfrm>
            <a:off x="4310735" y="1838437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7B0C76-1017-F7CA-64A5-55A5A249A13D}"/>
              </a:ext>
            </a:extLst>
          </p:cNvPr>
          <p:cNvSpPr/>
          <p:nvPr/>
        </p:nvSpPr>
        <p:spPr>
          <a:xfrm>
            <a:off x="3814355" y="131592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F01694-6ED8-811A-EEB6-F47552BB9865}"/>
              </a:ext>
            </a:extLst>
          </p:cNvPr>
          <p:cNvSpPr/>
          <p:nvPr/>
        </p:nvSpPr>
        <p:spPr>
          <a:xfrm>
            <a:off x="3143795" y="9831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B30D2C-D22C-A109-5515-69927C7BAEB0}"/>
              </a:ext>
            </a:extLst>
          </p:cNvPr>
          <p:cNvSpPr/>
          <p:nvPr/>
        </p:nvSpPr>
        <p:spPr>
          <a:xfrm>
            <a:off x="2364378" y="98315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2CA33A-2A27-755B-373F-9E7AFB16633E}"/>
              </a:ext>
            </a:extLst>
          </p:cNvPr>
          <p:cNvSpPr/>
          <p:nvPr/>
        </p:nvSpPr>
        <p:spPr>
          <a:xfrm>
            <a:off x="1685110" y="127377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361889-FC27-42D1-4756-9F1A9AECBF49}"/>
              </a:ext>
            </a:extLst>
          </p:cNvPr>
          <p:cNvSpPr/>
          <p:nvPr/>
        </p:nvSpPr>
        <p:spPr>
          <a:xfrm>
            <a:off x="1101635" y="179193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DDA5675-6EC8-C113-944E-C76829F6798B}"/>
              </a:ext>
            </a:extLst>
          </p:cNvPr>
          <p:cNvSpPr/>
          <p:nvPr/>
        </p:nvSpPr>
        <p:spPr>
          <a:xfrm>
            <a:off x="827315" y="247416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259249-60E7-5AE5-79F2-C342BC3817B3}"/>
              </a:ext>
            </a:extLst>
          </p:cNvPr>
          <p:cNvSpPr/>
          <p:nvPr/>
        </p:nvSpPr>
        <p:spPr>
          <a:xfrm>
            <a:off x="827314" y="3209718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368971-A5CF-AD52-4F70-6D976759D3A4}"/>
              </a:ext>
            </a:extLst>
          </p:cNvPr>
          <p:cNvSpPr/>
          <p:nvPr/>
        </p:nvSpPr>
        <p:spPr>
          <a:xfrm>
            <a:off x="1062444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87E77C-F3AB-5649-E3EA-084EDEA5196F}"/>
              </a:ext>
            </a:extLst>
          </p:cNvPr>
          <p:cNvSpPr/>
          <p:nvPr/>
        </p:nvSpPr>
        <p:spPr>
          <a:xfrm>
            <a:off x="1593670" y="4433591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4A48C65-8C72-12FF-251D-10861941B6E2}"/>
              </a:ext>
            </a:extLst>
          </p:cNvPr>
          <p:cNvSpPr/>
          <p:nvPr/>
        </p:nvSpPr>
        <p:spPr>
          <a:xfrm>
            <a:off x="3052355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85182D-B085-733F-FAA2-1231CAB51342}"/>
              </a:ext>
            </a:extLst>
          </p:cNvPr>
          <p:cNvSpPr/>
          <p:nvPr/>
        </p:nvSpPr>
        <p:spPr>
          <a:xfrm>
            <a:off x="2364377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60858E-0B06-C549-D5CD-08E1C84E7C78}"/>
              </a:ext>
            </a:extLst>
          </p:cNvPr>
          <p:cNvSpPr/>
          <p:nvPr/>
        </p:nvSpPr>
        <p:spPr>
          <a:xfrm>
            <a:off x="2680058" y="893731"/>
            <a:ext cx="165468" cy="360796"/>
          </a:xfrm>
          <a:prstGeom prst="rect">
            <a:avLst/>
          </a:prstGeom>
          <a:solidFill>
            <a:srgbClr val="7030A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2" name="Extract 21">
            <a:extLst>
              <a:ext uri="{FF2B5EF4-FFF2-40B4-BE49-F238E27FC236}">
                <a16:creationId xmlns:a16="http://schemas.microsoft.com/office/drawing/2014/main" id="{0003184A-4F47-987E-63A1-3C38DB2CF99D}"/>
              </a:ext>
            </a:extLst>
          </p:cNvPr>
          <p:cNvSpPr/>
          <p:nvPr/>
        </p:nvSpPr>
        <p:spPr>
          <a:xfrm rot="8151013">
            <a:off x="4125808" y="4097259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" name="Extract 22">
            <a:extLst>
              <a:ext uri="{FF2B5EF4-FFF2-40B4-BE49-F238E27FC236}">
                <a16:creationId xmlns:a16="http://schemas.microsoft.com/office/drawing/2014/main" id="{EF37CB7A-5069-A2F2-A84F-94CB6BCF536C}"/>
              </a:ext>
            </a:extLst>
          </p:cNvPr>
          <p:cNvSpPr/>
          <p:nvPr/>
        </p:nvSpPr>
        <p:spPr>
          <a:xfrm rot="17677774">
            <a:off x="883953" y="2033994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4" name="Extract 23">
            <a:extLst>
              <a:ext uri="{FF2B5EF4-FFF2-40B4-BE49-F238E27FC236}">
                <a16:creationId xmlns:a16="http://schemas.microsoft.com/office/drawing/2014/main" id="{A1B54A39-9C81-83B3-796B-523F4BA36220}"/>
              </a:ext>
            </a:extLst>
          </p:cNvPr>
          <p:cNvSpPr/>
          <p:nvPr/>
        </p:nvSpPr>
        <p:spPr>
          <a:xfrm rot="5400000">
            <a:off x="4639862" y="2725877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4-point Star 34">
            <a:extLst>
              <a:ext uri="{FF2B5EF4-FFF2-40B4-BE49-F238E27FC236}">
                <a16:creationId xmlns:a16="http://schemas.microsoft.com/office/drawing/2014/main" id="{7DD11DE4-7E87-29D1-04B4-760A899ABB15}"/>
              </a:ext>
            </a:extLst>
          </p:cNvPr>
          <p:cNvSpPr/>
          <p:nvPr/>
        </p:nvSpPr>
        <p:spPr>
          <a:xfrm rot="17387481">
            <a:off x="4471850" y="3435571"/>
            <a:ext cx="269966" cy="437505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2"/>
              </a:solidFill>
            </a:endParaRPr>
          </a:p>
        </p:txBody>
      </p:sp>
      <p:sp>
        <p:nvSpPr>
          <p:cNvPr id="26" name="4-point Star 35">
            <a:extLst>
              <a:ext uri="{FF2B5EF4-FFF2-40B4-BE49-F238E27FC236}">
                <a16:creationId xmlns:a16="http://schemas.microsoft.com/office/drawing/2014/main" id="{2F626D8C-467F-2EB0-F5FC-5198348E2BA4}"/>
              </a:ext>
            </a:extLst>
          </p:cNvPr>
          <p:cNvSpPr/>
          <p:nvPr/>
        </p:nvSpPr>
        <p:spPr>
          <a:xfrm rot="15975689">
            <a:off x="743916" y="2811255"/>
            <a:ext cx="269966" cy="437505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2"/>
              </a:solidFill>
            </a:endParaRP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642F95F6-574B-6300-12DD-C18D088F305F}"/>
              </a:ext>
            </a:extLst>
          </p:cNvPr>
          <p:cNvSpPr/>
          <p:nvPr/>
        </p:nvSpPr>
        <p:spPr>
          <a:xfrm>
            <a:off x="2592971" y="791567"/>
            <a:ext cx="60960" cy="496388"/>
          </a:xfrm>
          <a:prstGeom prst="flowChartProcess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75888B5-5C0A-37C9-C301-A60D444CA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8" y="3858669"/>
            <a:ext cx="2869385" cy="2533824"/>
          </a:xfrm>
          <a:prstGeom prst="rect">
            <a:avLst/>
          </a:prstGeom>
          <a:ln w="38100">
            <a:solidFill>
              <a:schemeClr val="bg2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7E2ADDE-438A-33B2-5B5F-C9B5403DE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833" y="3849403"/>
            <a:ext cx="2538320" cy="2538320"/>
          </a:xfrm>
          <a:prstGeom prst="rect">
            <a:avLst/>
          </a:prstGeom>
          <a:ln w="38100">
            <a:solidFill>
              <a:schemeClr val="bg2"/>
            </a:solidFill>
          </a:ln>
        </p:spPr>
      </p:pic>
      <p:sp>
        <p:nvSpPr>
          <p:cNvPr id="30" name="Right Arrow 29">
            <a:extLst>
              <a:ext uri="{FF2B5EF4-FFF2-40B4-BE49-F238E27FC236}">
                <a16:creationId xmlns:a16="http://schemas.microsoft.com/office/drawing/2014/main" id="{81309DAB-9D81-4CD6-4EA5-F68145997BD4}"/>
              </a:ext>
            </a:extLst>
          </p:cNvPr>
          <p:cNvSpPr/>
          <p:nvPr/>
        </p:nvSpPr>
        <p:spPr>
          <a:xfrm>
            <a:off x="2747529" y="3963329"/>
            <a:ext cx="770734" cy="421233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1499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3C74-5BC0-79E2-8F71-058BBFB1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PSB beam instrumentation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FE7D95-764D-11D1-D713-8AE126E5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21</a:t>
            </a:fld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FE49C-B6DC-1B9B-1216-E2D276997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1" y="766354"/>
            <a:ext cx="5669279" cy="45651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B2A49E4-EF76-3956-68FC-3225E4581B61}"/>
              </a:ext>
            </a:extLst>
          </p:cNvPr>
          <p:cNvSpPr/>
          <p:nvPr/>
        </p:nvSpPr>
        <p:spPr>
          <a:xfrm>
            <a:off x="3814355" y="443359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F2CE57-C707-C733-0A99-089FE113D625}"/>
              </a:ext>
            </a:extLst>
          </p:cNvPr>
          <p:cNvSpPr/>
          <p:nvPr/>
        </p:nvSpPr>
        <p:spPr>
          <a:xfrm>
            <a:off x="4319448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AAF994-DA54-426F-4BBD-A995F75B4621}"/>
              </a:ext>
            </a:extLst>
          </p:cNvPr>
          <p:cNvSpPr/>
          <p:nvPr/>
        </p:nvSpPr>
        <p:spPr>
          <a:xfrm>
            <a:off x="4606834" y="3247049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2A3EFD-E61A-4BBF-98CE-4873999DB236}"/>
              </a:ext>
            </a:extLst>
          </p:cNvPr>
          <p:cNvSpPr/>
          <p:nvPr/>
        </p:nvSpPr>
        <p:spPr>
          <a:xfrm>
            <a:off x="4606833" y="247416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23B89A0-10A9-A28D-BE0A-A507FC07A0DE}"/>
              </a:ext>
            </a:extLst>
          </p:cNvPr>
          <p:cNvSpPr/>
          <p:nvPr/>
        </p:nvSpPr>
        <p:spPr>
          <a:xfrm>
            <a:off x="4310735" y="1838437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AC4001-1A78-632B-1D64-CD5D1AA19311}"/>
              </a:ext>
            </a:extLst>
          </p:cNvPr>
          <p:cNvSpPr/>
          <p:nvPr/>
        </p:nvSpPr>
        <p:spPr>
          <a:xfrm>
            <a:off x="3814355" y="131592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A97E09-EB23-8AE4-5054-1E1E1FFAD746}"/>
              </a:ext>
            </a:extLst>
          </p:cNvPr>
          <p:cNvSpPr/>
          <p:nvPr/>
        </p:nvSpPr>
        <p:spPr>
          <a:xfrm>
            <a:off x="3143795" y="9831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00CF2B-8F78-C3BF-EAC1-05FF2809C35F}"/>
              </a:ext>
            </a:extLst>
          </p:cNvPr>
          <p:cNvSpPr/>
          <p:nvPr/>
        </p:nvSpPr>
        <p:spPr>
          <a:xfrm>
            <a:off x="2364378" y="98315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C0B5E6-202F-2F5E-882F-2DB23D45FAD1}"/>
              </a:ext>
            </a:extLst>
          </p:cNvPr>
          <p:cNvSpPr/>
          <p:nvPr/>
        </p:nvSpPr>
        <p:spPr>
          <a:xfrm>
            <a:off x="1685110" y="1273774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F70141-95DA-AE6D-1ECE-CB259610AA7C}"/>
              </a:ext>
            </a:extLst>
          </p:cNvPr>
          <p:cNvSpPr/>
          <p:nvPr/>
        </p:nvSpPr>
        <p:spPr>
          <a:xfrm>
            <a:off x="1101635" y="1791933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84CB3E-5FF6-8459-D891-0B4E9CB9D5AF}"/>
              </a:ext>
            </a:extLst>
          </p:cNvPr>
          <p:cNvSpPr/>
          <p:nvPr/>
        </p:nvSpPr>
        <p:spPr>
          <a:xfrm>
            <a:off x="827315" y="247416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E42176-0A58-12D0-F7BC-6A5152EF4994}"/>
              </a:ext>
            </a:extLst>
          </p:cNvPr>
          <p:cNvSpPr/>
          <p:nvPr/>
        </p:nvSpPr>
        <p:spPr>
          <a:xfrm>
            <a:off x="827314" y="3209718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18F469-EC05-FC2D-7D2C-F8BEDA925A5A}"/>
              </a:ext>
            </a:extLst>
          </p:cNvPr>
          <p:cNvSpPr/>
          <p:nvPr/>
        </p:nvSpPr>
        <p:spPr>
          <a:xfrm>
            <a:off x="1062444" y="3915432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60011C-770E-3D34-05BE-580A2B8DF4B8}"/>
              </a:ext>
            </a:extLst>
          </p:cNvPr>
          <p:cNvSpPr/>
          <p:nvPr/>
        </p:nvSpPr>
        <p:spPr>
          <a:xfrm>
            <a:off x="1593670" y="4433591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7CFB9E7-E302-CDB3-EA1A-4E36CD725100}"/>
              </a:ext>
            </a:extLst>
          </p:cNvPr>
          <p:cNvSpPr/>
          <p:nvPr/>
        </p:nvSpPr>
        <p:spPr>
          <a:xfrm>
            <a:off x="3052355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057312-96C5-A4C9-D518-5A58B7BC3F56}"/>
              </a:ext>
            </a:extLst>
          </p:cNvPr>
          <p:cNvSpPr/>
          <p:nvPr/>
        </p:nvSpPr>
        <p:spPr>
          <a:xfrm>
            <a:off x="2364377" y="4751455"/>
            <a:ext cx="182879" cy="181951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715081-80B3-B310-F89C-D2B17EAAEAE1}"/>
              </a:ext>
            </a:extLst>
          </p:cNvPr>
          <p:cNvSpPr/>
          <p:nvPr/>
        </p:nvSpPr>
        <p:spPr>
          <a:xfrm>
            <a:off x="2680058" y="893731"/>
            <a:ext cx="165468" cy="360796"/>
          </a:xfrm>
          <a:prstGeom prst="rect">
            <a:avLst/>
          </a:prstGeom>
          <a:solidFill>
            <a:srgbClr val="7030A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" name="Extract 22">
            <a:extLst>
              <a:ext uri="{FF2B5EF4-FFF2-40B4-BE49-F238E27FC236}">
                <a16:creationId xmlns:a16="http://schemas.microsoft.com/office/drawing/2014/main" id="{37042C72-7AD6-F41D-93BA-79C5C8C37B9E}"/>
              </a:ext>
            </a:extLst>
          </p:cNvPr>
          <p:cNvSpPr/>
          <p:nvPr/>
        </p:nvSpPr>
        <p:spPr>
          <a:xfrm rot="8151013">
            <a:off x="4125808" y="4097259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4" name="Extract 23">
            <a:extLst>
              <a:ext uri="{FF2B5EF4-FFF2-40B4-BE49-F238E27FC236}">
                <a16:creationId xmlns:a16="http://schemas.microsoft.com/office/drawing/2014/main" id="{2CF28D22-D74C-FD78-7FF8-23B67C811397}"/>
              </a:ext>
            </a:extLst>
          </p:cNvPr>
          <p:cNvSpPr/>
          <p:nvPr/>
        </p:nvSpPr>
        <p:spPr>
          <a:xfrm rot="17677774">
            <a:off x="883953" y="2033994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Extract 24">
            <a:extLst>
              <a:ext uri="{FF2B5EF4-FFF2-40B4-BE49-F238E27FC236}">
                <a16:creationId xmlns:a16="http://schemas.microsoft.com/office/drawing/2014/main" id="{7DF2A808-81CB-A646-9BD5-89A3A8E7C0B9}"/>
              </a:ext>
            </a:extLst>
          </p:cNvPr>
          <p:cNvSpPr/>
          <p:nvPr/>
        </p:nvSpPr>
        <p:spPr>
          <a:xfrm rot="5400000">
            <a:off x="4639862" y="2725877"/>
            <a:ext cx="158312" cy="433383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6" name="4-point Star 34">
            <a:extLst>
              <a:ext uri="{FF2B5EF4-FFF2-40B4-BE49-F238E27FC236}">
                <a16:creationId xmlns:a16="http://schemas.microsoft.com/office/drawing/2014/main" id="{2E0789A2-AB9F-86F1-E1B8-ED282FE2575C}"/>
              </a:ext>
            </a:extLst>
          </p:cNvPr>
          <p:cNvSpPr/>
          <p:nvPr/>
        </p:nvSpPr>
        <p:spPr>
          <a:xfrm rot="17387481">
            <a:off x="4471850" y="3435571"/>
            <a:ext cx="269966" cy="437505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2"/>
              </a:solidFill>
            </a:endParaRPr>
          </a:p>
        </p:txBody>
      </p:sp>
      <p:sp>
        <p:nvSpPr>
          <p:cNvPr id="27" name="4-point Star 35">
            <a:extLst>
              <a:ext uri="{FF2B5EF4-FFF2-40B4-BE49-F238E27FC236}">
                <a16:creationId xmlns:a16="http://schemas.microsoft.com/office/drawing/2014/main" id="{7CB5DAB5-86DC-DE37-E8CA-7CD1FB0D1C88}"/>
              </a:ext>
            </a:extLst>
          </p:cNvPr>
          <p:cNvSpPr/>
          <p:nvPr/>
        </p:nvSpPr>
        <p:spPr>
          <a:xfrm rot="15975689">
            <a:off x="743916" y="2811255"/>
            <a:ext cx="269966" cy="437505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accent2"/>
              </a:solidFill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4D3CA905-E690-F559-15C6-273A794BDB8A}"/>
              </a:ext>
            </a:extLst>
          </p:cNvPr>
          <p:cNvSpPr/>
          <p:nvPr/>
        </p:nvSpPr>
        <p:spPr>
          <a:xfrm rot="14873986">
            <a:off x="4508740" y="2013797"/>
            <a:ext cx="113219" cy="407445"/>
          </a:xfrm>
          <a:prstGeom prst="diamond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1A0EDEB1-A988-23DE-31EF-F859FB070DE1}"/>
              </a:ext>
            </a:extLst>
          </p:cNvPr>
          <p:cNvSpPr/>
          <p:nvPr/>
        </p:nvSpPr>
        <p:spPr>
          <a:xfrm rot="12055478">
            <a:off x="3447940" y="994458"/>
            <a:ext cx="113219" cy="407445"/>
          </a:xfrm>
          <a:prstGeom prst="diamond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CF6D022B-BAF7-B59C-8592-3B948C1DE66B}"/>
              </a:ext>
            </a:extLst>
          </p:cNvPr>
          <p:cNvSpPr/>
          <p:nvPr/>
        </p:nvSpPr>
        <p:spPr>
          <a:xfrm rot="14657414">
            <a:off x="991938" y="3531294"/>
            <a:ext cx="113219" cy="407445"/>
          </a:xfrm>
          <a:prstGeom prst="diamond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8828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D769-0676-F953-1AA2-7EB2691D4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dynamics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ECD5A-5E4C-9C17-C9A9-8FD20235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22</a:t>
            </a:fld>
            <a:endParaRPr lang="el-G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FAEC6C8-5F1D-6098-66DD-3FF8E9639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470" y="1334726"/>
            <a:ext cx="2749590" cy="198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A2D7B1-141C-E52F-174A-D1ECC40A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65" y="1276970"/>
            <a:ext cx="2834099" cy="2063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B9D226-1452-2C5D-B1A7-3404D4F49BB8}"/>
              </a:ext>
            </a:extLst>
          </p:cNvPr>
          <p:cNvSpPr txBox="1"/>
          <p:nvPr/>
        </p:nvSpPr>
        <p:spPr>
          <a:xfrm>
            <a:off x="1053906" y="995278"/>
            <a:ext cx="165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latin typeface="Arial" panose="020B0604020202020204" pitchFamily="34" charset="0"/>
                <a:cs typeface="Arial" panose="020B0604020202020204" pitchFamily="34" charset="0"/>
              </a:rPr>
              <a:t>Space Charge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24B50-87D8-9F55-451B-25BC52929BB8}"/>
              </a:ext>
            </a:extLst>
          </p:cNvPr>
          <p:cNvSpPr txBox="1"/>
          <p:nvPr/>
        </p:nvSpPr>
        <p:spPr>
          <a:xfrm>
            <a:off x="4291749" y="1027064"/>
            <a:ext cx="165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latin typeface="Arial" panose="020B0604020202020204" pitchFamily="34" charset="0"/>
                <a:cs typeface="Arial" panose="020B0604020202020204" pitchFamily="34" charset="0"/>
              </a:rPr>
              <a:t>Resonances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9AADB9-390D-C9FB-5D33-4BE1D2796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183" y="4218793"/>
            <a:ext cx="2721091" cy="21768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C54C21-329F-60AD-0D6F-33F3A3657954}"/>
              </a:ext>
            </a:extLst>
          </p:cNvPr>
          <p:cNvSpPr txBox="1"/>
          <p:nvPr/>
        </p:nvSpPr>
        <p:spPr>
          <a:xfrm>
            <a:off x="8495088" y="3948810"/>
            <a:ext cx="113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</a:rPr>
              <a:t>Brightness</a:t>
            </a:r>
            <a:endParaRPr lang="en-C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Chart&#10;&#10;Description automatically generated with medium confidence">
            <a:extLst>
              <a:ext uri="{FF2B5EF4-FFF2-40B4-BE49-F238E27FC236}">
                <a16:creationId xmlns:a16="http://schemas.microsoft.com/office/drawing/2014/main" id="{169F6AA0-2680-9D8C-4EC7-1B8BD64A62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18" y="4313853"/>
            <a:ext cx="6026640" cy="19920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0AAE0C-64C5-0200-DA2E-6A95AC877322}"/>
              </a:ext>
            </a:extLst>
          </p:cNvPr>
          <p:cNvSpPr txBox="1"/>
          <p:nvPr/>
        </p:nvSpPr>
        <p:spPr>
          <a:xfrm>
            <a:off x="596834" y="3918603"/>
            <a:ext cx="5474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</a:rPr>
              <a:t>While beam is accelerated, tunes are dynamically changed.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370E6-8A24-A4CF-08CA-8EF8E9ABAE40}"/>
              </a:ext>
            </a:extLst>
          </p:cNvPr>
          <p:cNvSpPr/>
          <p:nvPr/>
        </p:nvSpPr>
        <p:spPr>
          <a:xfrm>
            <a:off x="233965" y="3918603"/>
            <a:ext cx="6150708" cy="2418710"/>
          </a:xfrm>
          <a:prstGeom prst="rect">
            <a:avLst/>
          </a:prstGeom>
          <a:noFill/>
          <a:ln w="38100">
            <a:solidFill>
              <a:srgbClr val="00206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44451D-4A0B-6221-B863-A43FC50F2D7A}"/>
              </a:ext>
            </a:extLst>
          </p:cNvPr>
          <p:cNvSpPr/>
          <p:nvPr/>
        </p:nvSpPr>
        <p:spPr>
          <a:xfrm>
            <a:off x="173005" y="1026711"/>
            <a:ext cx="3008635" cy="2314036"/>
          </a:xfrm>
          <a:prstGeom prst="rect">
            <a:avLst/>
          </a:prstGeom>
          <a:noFill/>
          <a:ln w="38100">
            <a:solidFill>
              <a:srgbClr val="00206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E010E2-54BB-174B-E833-73AABA02BB25}"/>
              </a:ext>
            </a:extLst>
          </p:cNvPr>
          <p:cNvSpPr/>
          <p:nvPr/>
        </p:nvSpPr>
        <p:spPr>
          <a:xfrm>
            <a:off x="3411842" y="1046573"/>
            <a:ext cx="3008635" cy="2314036"/>
          </a:xfrm>
          <a:prstGeom prst="rect">
            <a:avLst/>
          </a:prstGeom>
          <a:noFill/>
          <a:ln w="38100">
            <a:solidFill>
              <a:srgbClr val="00206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4A9229-AC77-008C-7752-608849D843DA}"/>
              </a:ext>
            </a:extLst>
          </p:cNvPr>
          <p:cNvSpPr/>
          <p:nvPr/>
        </p:nvSpPr>
        <p:spPr>
          <a:xfrm>
            <a:off x="6736256" y="827897"/>
            <a:ext cx="5352098" cy="2935039"/>
          </a:xfrm>
          <a:prstGeom prst="rect">
            <a:avLst/>
          </a:prstGeom>
          <a:noFill/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2BF6FB-54F7-4582-87D1-3727EB302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035" y="1535348"/>
            <a:ext cx="2404563" cy="21322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BCDF80-6F1B-F180-A1B3-34096079C9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9598" y="1508470"/>
            <a:ext cx="2404563" cy="21218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755833-55B5-C597-7DC7-38E59B8E09EC}"/>
              </a:ext>
            </a:extLst>
          </p:cNvPr>
          <p:cNvSpPr txBox="1"/>
          <p:nvPr/>
        </p:nvSpPr>
        <p:spPr>
          <a:xfrm>
            <a:off x="6849832" y="853793"/>
            <a:ext cx="5238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Arial" panose="020B0604020202020204" pitchFamily="34" charset="0"/>
                <a:cs typeface="Arial" panose="020B0604020202020204" pitchFamily="34" charset="0"/>
              </a:rPr>
              <a:t>Beam goes from double harmonic to single harmonic to reduce the peak line density (therefore space charge)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A945DD-229E-8E19-F005-67C1F7E28E0A}"/>
              </a:ext>
            </a:extLst>
          </p:cNvPr>
          <p:cNvSpPr/>
          <p:nvPr/>
        </p:nvSpPr>
        <p:spPr>
          <a:xfrm>
            <a:off x="7436035" y="3984246"/>
            <a:ext cx="3086345" cy="2349240"/>
          </a:xfrm>
          <a:prstGeom prst="rect">
            <a:avLst/>
          </a:prstGeom>
          <a:noFill/>
          <a:ln w="38100">
            <a:solidFill>
              <a:srgbClr val="00206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9922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 animBg="1"/>
      <p:bldP spid="15" grpId="0" animBg="1"/>
      <p:bldP spid="16" grpId="0" animBg="1"/>
      <p:bldP spid="19" grpId="0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F2145-6DF3-DF95-98BC-7C092F16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166394-C2D4-CBB2-3CA3-9485510F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23</a:t>
            </a:fld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5FB5A-8F05-0D1F-2477-BFFA7219D33C}"/>
              </a:ext>
            </a:extLst>
          </p:cNvPr>
          <p:cNvSpPr txBox="1"/>
          <p:nvPr/>
        </p:nvSpPr>
        <p:spPr>
          <a:xfrm>
            <a:off x="1071330" y="1037877"/>
            <a:ext cx="1837427" cy="677108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CH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CCC Consoles </a:t>
            </a:r>
          </a:p>
          <a:p>
            <a:pPr algn="ctr"/>
            <a:r>
              <a:rPr lang="en-CH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(Linux-based with high-level Java/Python GUIs)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171BC-5A9F-F4FF-A541-86CF11A42768}"/>
              </a:ext>
            </a:extLst>
          </p:cNvPr>
          <p:cNvSpPr txBox="1"/>
          <p:nvPr/>
        </p:nvSpPr>
        <p:spPr>
          <a:xfrm>
            <a:off x="1071330" y="5480059"/>
            <a:ext cx="1837427" cy="584775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CH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Accelerator Equipment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2CD69D-4F53-95C0-C5C6-9ACF18A154EA}"/>
              </a:ext>
            </a:extLst>
          </p:cNvPr>
          <p:cNvSpPr/>
          <p:nvPr/>
        </p:nvSpPr>
        <p:spPr>
          <a:xfrm>
            <a:off x="642802" y="743729"/>
            <a:ext cx="10906391" cy="5658928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8DFE4-E136-55FE-4EB4-A796D32907A6}"/>
              </a:ext>
            </a:extLst>
          </p:cNvPr>
          <p:cNvSpPr txBox="1"/>
          <p:nvPr/>
        </p:nvSpPr>
        <p:spPr>
          <a:xfrm>
            <a:off x="7653097" y="6114271"/>
            <a:ext cx="32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 dirty="0">
                <a:solidFill>
                  <a:srgbClr val="7030A0"/>
                </a:solidFill>
              </a:rPr>
              <a:t>CERN Gigabit Ethernet Technical Network (TN)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3B826-B74C-1C10-5141-FD0B9C8B485D}"/>
              </a:ext>
            </a:extLst>
          </p:cNvPr>
          <p:cNvSpPr txBox="1"/>
          <p:nvPr/>
        </p:nvSpPr>
        <p:spPr>
          <a:xfrm>
            <a:off x="1071331" y="4042177"/>
            <a:ext cx="1837427" cy="83099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CH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Front-End Computers (FECs)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340972-1372-7701-89CC-D822EBFA9D54}"/>
              </a:ext>
            </a:extLst>
          </p:cNvPr>
          <p:cNvSpPr txBox="1"/>
          <p:nvPr/>
        </p:nvSpPr>
        <p:spPr>
          <a:xfrm>
            <a:off x="1071330" y="2293975"/>
            <a:ext cx="1837427" cy="584775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CH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Back-End Severs</a:t>
            </a:r>
          </a:p>
        </p:txBody>
      </p:sp>
      <p:sp>
        <p:nvSpPr>
          <p:cNvPr id="11" name="Up-down Arrow 18">
            <a:extLst>
              <a:ext uri="{FF2B5EF4-FFF2-40B4-BE49-F238E27FC236}">
                <a16:creationId xmlns:a16="http://schemas.microsoft.com/office/drawing/2014/main" id="{D2C49BFE-F2DD-3DD8-068F-A49419B22685}"/>
              </a:ext>
            </a:extLst>
          </p:cNvPr>
          <p:cNvSpPr/>
          <p:nvPr/>
        </p:nvSpPr>
        <p:spPr>
          <a:xfrm>
            <a:off x="1860647" y="1850592"/>
            <a:ext cx="258792" cy="369332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12" name="Up-down Arrow 19">
            <a:extLst>
              <a:ext uri="{FF2B5EF4-FFF2-40B4-BE49-F238E27FC236}">
                <a16:creationId xmlns:a16="http://schemas.microsoft.com/office/drawing/2014/main" id="{9723A849-452B-4A38-23CA-66A3DF12CEA0}"/>
              </a:ext>
            </a:extLst>
          </p:cNvPr>
          <p:cNvSpPr/>
          <p:nvPr/>
        </p:nvSpPr>
        <p:spPr>
          <a:xfrm>
            <a:off x="1860647" y="5035142"/>
            <a:ext cx="258792" cy="369332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EC413C-A1CA-4980-46C6-16BEBB4DDBA7}"/>
              </a:ext>
            </a:extLst>
          </p:cNvPr>
          <p:cNvSpPr txBox="1"/>
          <p:nvPr/>
        </p:nvSpPr>
        <p:spPr>
          <a:xfrm>
            <a:off x="3546476" y="4042177"/>
            <a:ext cx="1837427" cy="83099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CH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FESA classes</a:t>
            </a:r>
          </a:p>
          <a:p>
            <a:pPr algn="ctr"/>
            <a:r>
              <a:rPr lang="en-CH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(Device-Property model)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D148A-E106-678D-CF55-E8FEFFFD4A44}"/>
              </a:ext>
            </a:extLst>
          </p:cNvPr>
          <p:cNvSpPr txBox="1"/>
          <p:nvPr/>
        </p:nvSpPr>
        <p:spPr>
          <a:xfrm>
            <a:off x="3546476" y="2432474"/>
            <a:ext cx="1837427" cy="33855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CH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JAPC framework</a:t>
            </a:r>
          </a:p>
        </p:txBody>
      </p:sp>
      <p:sp>
        <p:nvSpPr>
          <p:cNvPr id="15" name="Up-down Arrow 38">
            <a:extLst>
              <a:ext uri="{FF2B5EF4-FFF2-40B4-BE49-F238E27FC236}">
                <a16:creationId xmlns:a16="http://schemas.microsoft.com/office/drawing/2014/main" id="{7778DE5D-9B47-A6ED-25A4-66071F7CAAFE}"/>
              </a:ext>
            </a:extLst>
          </p:cNvPr>
          <p:cNvSpPr/>
          <p:nvPr/>
        </p:nvSpPr>
        <p:spPr>
          <a:xfrm rot="5400000">
            <a:off x="3074731" y="2432474"/>
            <a:ext cx="258792" cy="369332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Up-down Arrow 39">
            <a:extLst>
              <a:ext uri="{FF2B5EF4-FFF2-40B4-BE49-F238E27FC236}">
                <a16:creationId xmlns:a16="http://schemas.microsoft.com/office/drawing/2014/main" id="{78212F4B-EDD8-20E0-FC05-24A797305A97}"/>
              </a:ext>
            </a:extLst>
          </p:cNvPr>
          <p:cNvSpPr/>
          <p:nvPr/>
        </p:nvSpPr>
        <p:spPr>
          <a:xfrm rot="5400000">
            <a:off x="3074732" y="4319176"/>
            <a:ext cx="258792" cy="369332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8212F1-DA22-F437-E692-93C8C11A53A6}"/>
              </a:ext>
            </a:extLst>
          </p:cNvPr>
          <p:cNvSpPr txBox="1"/>
          <p:nvPr/>
        </p:nvSpPr>
        <p:spPr>
          <a:xfrm>
            <a:off x="3544957" y="4967375"/>
            <a:ext cx="3126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 b="1" dirty="0">
                <a:latin typeface="Arial" panose="020B0604020202020204" pitchFamily="34" charset="0"/>
                <a:cs typeface="Arial" panose="020B0604020202020204" pitchFamily="34" charset="0"/>
              </a:rPr>
              <a:t>device/property#field</a:t>
            </a:r>
          </a:p>
          <a:p>
            <a:r>
              <a:rPr lang="en-CH" sz="1200" dirty="0">
                <a:latin typeface="Arial" panose="020B0604020202020204" pitchFamily="34" charset="0"/>
                <a:cs typeface="Arial" panose="020B0604020202020204" pitchFamily="34" charset="0"/>
              </a:rPr>
              <a:t>e.g.: BR3.BWS.11V1/Scan#scanSelection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Controls Configuration Data Editor</a:t>
            </a:r>
            <a:r>
              <a:rPr lang="en-CH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CH" sz="1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ccde.cern.ch</a:t>
            </a:r>
            <a:endParaRPr lang="en-CH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4466BF-69D2-10B4-1907-4324BFFCF00B}"/>
              </a:ext>
            </a:extLst>
          </p:cNvPr>
          <p:cNvSpPr txBox="1"/>
          <p:nvPr/>
        </p:nvSpPr>
        <p:spPr>
          <a:xfrm>
            <a:off x="6997528" y="1711155"/>
            <a:ext cx="459179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endParaRPr lang="en-C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LSA</a:t>
            </a: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</a:rPr>
              <a:t>/InCA: control system of the settings manag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</a:rPr>
              <a:t>ment </a:t>
            </a:r>
          </a:p>
          <a:p>
            <a:pPr marL="285750" indent="-285750">
              <a:buFont typeface="Wingdings" pitchFamily="2" charset="2"/>
              <a:buChar char="§"/>
            </a:pPr>
            <a:endParaRPr lang="en-C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C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</a:rPr>
              <a:t>Cycle selector:</a:t>
            </a:r>
          </a:p>
          <a:p>
            <a:r>
              <a:rPr lang="en-CH" sz="1400" b="1" dirty="0">
                <a:latin typeface="Arial" panose="020B0604020202020204" pitchFamily="34" charset="0"/>
                <a:cs typeface="Arial" panose="020B0604020202020204" pitchFamily="34" charset="0"/>
              </a:rPr>
              <a:t>       machine.USER.user_name</a:t>
            </a:r>
          </a:p>
          <a:p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</a:rPr>
              <a:t>       e.g..: PSB.USER.MD2</a:t>
            </a:r>
          </a:p>
          <a:p>
            <a:pPr marL="285750" indent="-285750">
              <a:buFont typeface="Wingdings" pitchFamily="2" charset="2"/>
              <a:buChar char="§"/>
            </a:pPr>
            <a:endParaRPr lang="en-C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C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</a:rPr>
              <a:t>A cycle selector is mapped with a specific LSA user:</a:t>
            </a:r>
          </a:p>
          <a:p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</a:rPr>
              <a:t>      e.g.: MD2 </a:t>
            </a: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   </a:t>
            </a:r>
            <a:b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 MDXXXX_EUROLABS_160MeV_2024</a:t>
            </a:r>
          </a:p>
          <a:p>
            <a:endParaRPr lang="en-CH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endParaRPr lang="en-CH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CERN Accelerators Logging Service (</a:t>
            </a: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  <a:hlinkClick r:id="rId4"/>
              </a:rPr>
              <a:t>NXCALS</a:t>
            </a: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), can be accessed from </a:t>
            </a: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  <a:hlinkClick r:id="rId5"/>
              </a:rPr>
              <a:t>SWAN</a:t>
            </a: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  <a:hlinkClick r:id="rId6"/>
              </a:rPr>
              <a:t>Timber</a:t>
            </a:r>
            <a:r>
              <a:rPr lang="en-CH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etc.</a:t>
            </a:r>
          </a:p>
          <a:p>
            <a:endParaRPr lang="en-CH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endParaRPr lang="en-CH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endParaRPr lang="en-CH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CH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04D2E7-A3F7-7175-1ECE-3B00E2B4031A}"/>
              </a:ext>
            </a:extLst>
          </p:cNvPr>
          <p:cNvSpPr txBox="1"/>
          <p:nvPr/>
        </p:nvSpPr>
        <p:spPr>
          <a:xfrm>
            <a:off x="3497678" y="2808213"/>
            <a:ext cx="3126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Access of JAPC parameters: “set” or “get” interactions , “subscribe” to get notified when their value changes.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See: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PyJAPC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PyJAPCScout</a:t>
            </a:r>
            <a:endParaRPr lang="en-CH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Up-down Arrow 45">
            <a:extLst>
              <a:ext uri="{FF2B5EF4-FFF2-40B4-BE49-F238E27FC236}">
                <a16:creationId xmlns:a16="http://schemas.microsoft.com/office/drawing/2014/main" id="{1C6AB653-F472-358E-3DBB-6CB9240D0005}"/>
              </a:ext>
            </a:extLst>
          </p:cNvPr>
          <p:cNvSpPr/>
          <p:nvPr/>
        </p:nvSpPr>
        <p:spPr>
          <a:xfrm>
            <a:off x="1860647" y="3305722"/>
            <a:ext cx="258792" cy="369332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93DEDDB2-512E-6F0A-2B93-CB08CFE882D8}"/>
              </a:ext>
            </a:extLst>
          </p:cNvPr>
          <p:cNvSpPr/>
          <p:nvPr/>
        </p:nvSpPr>
        <p:spPr>
          <a:xfrm>
            <a:off x="6477366" y="988727"/>
            <a:ext cx="520162" cy="5003321"/>
          </a:xfrm>
          <a:prstGeom prst="rightBrace">
            <a:avLst>
              <a:gd name="adj1" fmla="val 88553"/>
              <a:gd name="adj2" fmla="val 49310"/>
            </a:avLst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8723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B0052-B5A3-3A6E-A396-D8C78BED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5D01-45FE-2762-C852-D0AFD92A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Measurements of today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F8127-A3FF-519E-DAFB-6E44BE4D2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5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B42B-B8AD-2CB3-2F69-8F7B7F2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measurements in the PSB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46AE35-2D88-2E0D-5D46-F339EFA4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25</a:t>
            </a:fld>
            <a:endParaRPr lang="el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4243F-15F1-1BCC-217C-3EF7FC6E12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Beam characterization	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Get familiar with the PSB and basic instruments (BCT, wire scanner, </a:t>
            </a:r>
            <a:r>
              <a:rPr lang="en-US" sz="1800" dirty="0" err="1"/>
              <a:t>tomoscope</a:t>
            </a:r>
            <a:r>
              <a:rPr lang="en-US" sz="1800" dirty="0"/>
              <a:t>).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Monitor basic beam parameters (beam intensity, emittance, bunch shape)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Injection effects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Understand multi-turn injection system and how to control it (cruise control)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Optimize injection process (minimize injection oscillations and foil scattering)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Tune setting and measurement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Get familiar with LSA interface. 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Perform tune measurement (and correction?) for various working points.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Brightness performance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Measure brightness for different working points (understand impact of space charge tune spread).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Resonance effects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Measure beam degradation from resonances.</a:t>
            </a:r>
          </a:p>
          <a:p>
            <a:pPr lvl="2">
              <a:lnSpc>
                <a:spcPct val="100000"/>
              </a:lnSpc>
            </a:pPr>
            <a:r>
              <a:rPr lang="en-US" sz="1800" dirty="0"/>
              <a:t>Understand importance of machine imperfections and non-linear effects.</a:t>
            </a:r>
          </a:p>
        </p:txBody>
      </p:sp>
    </p:spTree>
    <p:extLst>
      <p:ext uri="{BB962C8B-B14F-4D97-AF65-F5344CB8AC3E}">
        <p14:creationId xmlns:p14="http://schemas.microsoft.com/office/powerpoint/2010/main" val="236867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293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My custom palette">
      <a:dk1>
        <a:srgbClr val="000000"/>
      </a:dk1>
      <a:lt1>
        <a:srgbClr val="FFFFFF"/>
      </a:lt1>
      <a:dk2>
        <a:srgbClr val="0033A0"/>
      </a:dk2>
      <a:lt2>
        <a:srgbClr val="FFFFFF"/>
      </a:lt2>
      <a:accent1>
        <a:srgbClr val="FF991E"/>
      </a:accent1>
      <a:accent2>
        <a:srgbClr val="0099CC"/>
      </a:accent2>
      <a:accent3>
        <a:srgbClr val="006699"/>
      </a:accent3>
      <a:accent4>
        <a:srgbClr val="6600CC"/>
      </a:accent4>
      <a:accent5>
        <a:srgbClr val="C80000"/>
      </a:accent5>
      <a:accent6>
        <a:srgbClr val="6B8E23"/>
      </a:accent6>
      <a:hlink>
        <a:srgbClr val="6699FD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60754</TotalTime>
  <Words>703</Words>
  <Application>Microsoft Macintosh PowerPoint</Application>
  <PresentationFormat>Widescreen</PresentationFormat>
  <Paragraphs>123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Wingdings</vt:lpstr>
      <vt:lpstr>Office 2013 - 2022 Theme</vt:lpstr>
      <vt:lpstr>PowerPoint Presentation</vt:lpstr>
      <vt:lpstr>Introduction to the Proton Synchrotron Booster (PSB)  Accelerator, Control Systems &amp; Measurements</vt:lpstr>
      <vt:lpstr>Outline</vt:lpstr>
      <vt:lpstr>CERN injectors complex &amp; facilities</vt:lpstr>
      <vt:lpstr>CERN injectors complex &amp; facilities</vt:lpstr>
      <vt:lpstr>CERN injectors complex &amp; facilities</vt:lpstr>
      <vt:lpstr>CERN injectors complex &amp; facilities</vt:lpstr>
      <vt:lpstr>CERN injectors complex &amp; facilities</vt:lpstr>
      <vt:lpstr>CERN injectors complex &amp; facilities</vt:lpstr>
      <vt:lpstr>CERN injectors complex &amp; facilities</vt:lpstr>
      <vt:lpstr>Beam delivery – supercycles</vt:lpstr>
      <vt:lpstr>PSB layout</vt:lpstr>
      <vt:lpstr>PSB layout</vt:lpstr>
      <vt:lpstr>PSB layout</vt:lpstr>
      <vt:lpstr>Beam delivery – supercycles</vt:lpstr>
      <vt:lpstr>PSB beam instrumentation</vt:lpstr>
      <vt:lpstr>PSB beam instrumentation</vt:lpstr>
      <vt:lpstr>PSB beam instrumentation</vt:lpstr>
      <vt:lpstr>PSB beam instrumentation</vt:lpstr>
      <vt:lpstr>PSB beam instrumentation</vt:lpstr>
      <vt:lpstr>PSB beam instrumentation</vt:lpstr>
      <vt:lpstr>Beam dynamics</vt:lpstr>
      <vt:lpstr>Control systems</vt:lpstr>
      <vt:lpstr>Measurements of today</vt:lpstr>
      <vt:lpstr>Hands-on measurements in the PSB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Tirsi Preb</cp:lastModifiedBy>
  <cp:revision>1606</cp:revision>
  <dcterms:created xsi:type="dcterms:W3CDTF">2019-09-01T21:36:22Z</dcterms:created>
  <dcterms:modified xsi:type="dcterms:W3CDTF">2025-03-18T13:33:24Z</dcterms:modified>
  <cp:category/>
</cp:coreProperties>
</file>