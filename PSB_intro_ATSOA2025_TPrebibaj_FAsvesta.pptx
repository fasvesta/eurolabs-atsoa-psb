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430" r:id="rId2"/>
    <p:sldId id="431" r:id="rId3"/>
    <p:sldId id="432" r:id="rId4"/>
    <p:sldId id="433" r:id="rId5"/>
    <p:sldId id="438" r:id="rId6"/>
    <p:sldId id="439" r:id="rId7"/>
    <p:sldId id="440" r:id="rId8"/>
    <p:sldId id="441" r:id="rId9"/>
    <p:sldId id="442" r:id="rId10"/>
    <p:sldId id="444" r:id="rId11"/>
    <p:sldId id="445" r:id="rId12"/>
    <p:sldId id="446" r:id="rId13"/>
    <p:sldId id="447" r:id="rId14"/>
    <p:sldId id="448" r:id="rId15"/>
    <p:sldId id="461" r:id="rId16"/>
    <p:sldId id="453" r:id="rId17"/>
    <p:sldId id="449" r:id="rId18"/>
    <p:sldId id="450" r:id="rId19"/>
    <p:sldId id="454" r:id="rId20"/>
    <p:sldId id="455" r:id="rId21"/>
    <p:sldId id="456" r:id="rId22"/>
    <p:sldId id="452" r:id="rId23"/>
    <p:sldId id="462" r:id="rId24"/>
    <p:sldId id="458" r:id="rId25"/>
    <p:sldId id="459" r:id="rId26"/>
    <p:sldId id="460" r:id="rId27"/>
    <p:sldId id="463" r:id="rId28"/>
    <p:sldId id="464" r:id="rId29"/>
    <p:sldId id="465" r:id="rId30"/>
    <p:sldId id="466" r:id="rId31"/>
    <p:sldId id="467" r:id="rId32"/>
    <p:sldId id="43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B3B873-84EB-453B-B57D-B0E4870FD640}">
          <p14:sldIdLst>
            <p14:sldId id="430"/>
            <p14:sldId id="431"/>
            <p14:sldId id="432"/>
            <p14:sldId id="433"/>
            <p14:sldId id="438"/>
            <p14:sldId id="439"/>
            <p14:sldId id="440"/>
            <p14:sldId id="441"/>
            <p14:sldId id="442"/>
            <p14:sldId id="444"/>
            <p14:sldId id="445"/>
            <p14:sldId id="446"/>
            <p14:sldId id="447"/>
            <p14:sldId id="448"/>
            <p14:sldId id="461"/>
            <p14:sldId id="453"/>
            <p14:sldId id="449"/>
            <p14:sldId id="450"/>
            <p14:sldId id="454"/>
            <p14:sldId id="455"/>
            <p14:sldId id="456"/>
            <p14:sldId id="452"/>
            <p14:sldId id="462"/>
            <p14:sldId id="458"/>
            <p14:sldId id="459"/>
            <p14:sldId id="460"/>
            <p14:sldId id="463"/>
            <p14:sldId id="464"/>
            <p14:sldId id="465"/>
            <p14:sldId id="466"/>
            <p14:sldId id="467"/>
            <p14:sldId id="4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D1FF"/>
    <a:srgbClr val="FF0000"/>
    <a:srgbClr val="7030A0"/>
    <a:srgbClr val="05B050"/>
    <a:srgbClr val="E87843"/>
    <a:srgbClr val="78C6A2"/>
    <a:srgbClr val="0033A0"/>
    <a:srgbClr val="0032A0"/>
    <a:srgbClr val="0131FF"/>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6F054-1CE9-4D49-BB9B-20431F6332F5}" v="1080" dt="2024-08-21T09:33:15.789"/>
    <p1510:client id="{987157AD-33C7-46B0-81B2-2D61D0B2A1AB}" v="12" dt="2024-08-21T09:40:58.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80" autoAdjust="0"/>
    <p:restoredTop sz="96812" autoAdjust="0"/>
  </p:normalViewPr>
  <p:slideViewPr>
    <p:cSldViewPr snapToGrid="0">
      <p:cViewPr varScale="1">
        <p:scale>
          <a:sx n="117" d="100"/>
          <a:sy n="117" d="100"/>
        </p:scale>
        <p:origin x="424" y="184"/>
      </p:cViewPr>
      <p:guideLst/>
    </p:cSldViewPr>
  </p:slideViewPr>
  <p:notesTextViewPr>
    <p:cViewPr>
      <p:scale>
        <a:sx n="1" d="1"/>
        <a:sy n="1" d="1"/>
      </p:scale>
      <p:origin x="0" y="0"/>
    </p:cViewPr>
  </p:notesTextViewPr>
  <p:notesViewPr>
    <p:cSldViewPr snapToGrid="0">
      <p:cViewPr varScale="1">
        <p:scale>
          <a:sx n="99" d="100"/>
          <a:sy n="99" d="100"/>
        </p:scale>
        <p:origin x="2544"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si Prebibaj" userId="+GYLHarxZ+dPTLHn7NL7dVppsqJUwCwiKXJTVYlMKO0=" providerId="None" clId="Web-{80E8E87A-893A-49A0-98DB-EF7548DDA70A}"/>
    <pc:docChg chg="modSld">
      <pc:chgData name="Tirsi Prebibaj" userId="+GYLHarxZ+dPTLHn7NL7dVppsqJUwCwiKXJTVYlMKO0=" providerId="None" clId="Web-{80E8E87A-893A-49A0-98DB-EF7548DDA70A}" dt="2024-08-08T07:33:41.227" v="41"/>
      <pc:docMkLst>
        <pc:docMk/>
      </pc:docMkLst>
      <pc:sldChg chg="modNotes">
        <pc:chgData name="Tirsi Prebibaj" userId="+GYLHarxZ+dPTLHn7NL7dVppsqJUwCwiKXJTVYlMKO0=" providerId="None" clId="Web-{80E8E87A-893A-49A0-98DB-EF7548DDA70A}" dt="2024-08-08T07:33:41.227" v="41"/>
        <pc:sldMkLst>
          <pc:docMk/>
          <pc:sldMk cId="1170239364" sldId="374"/>
        </pc:sldMkLst>
      </pc:sldChg>
    </pc:docChg>
  </pc:docChgLst>
  <pc:docChgLst>
    <pc:chgData name="Tirsi Prebibaj" clId="Web-{8A4924A7-D5DE-403C-ACE4-8881866B423D}"/>
    <pc:docChg chg="modSld">
      <pc:chgData name="Tirsi Prebibaj" userId="" providerId="" clId="Web-{8A4924A7-D5DE-403C-ACE4-8881866B423D}" dt="2024-03-25T13:57:21.533" v="1" actId="20577"/>
      <pc:docMkLst>
        <pc:docMk/>
      </pc:docMkLst>
      <pc:sldChg chg="modSp">
        <pc:chgData name="Tirsi Prebibaj" userId="" providerId="" clId="Web-{8A4924A7-D5DE-403C-ACE4-8881866B423D}" dt="2024-03-25T13:57:21.533" v="1" actId="20577"/>
        <pc:sldMkLst>
          <pc:docMk/>
          <pc:sldMk cId="421842917" sldId="390"/>
        </pc:sldMkLst>
        <pc:spChg chg="mod">
          <ac:chgData name="Tirsi Prebibaj" userId="" providerId="" clId="Web-{8A4924A7-D5DE-403C-ACE4-8881866B423D}" dt="2024-03-25T13:57:21.533" v="1" actId="20577"/>
          <ac:spMkLst>
            <pc:docMk/>
            <pc:sldMk cId="421842917" sldId="390"/>
            <ac:spMk id="22" creationId="{B3CE1177-692D-2E4C-21D9-3F5B67EF5960}"/>
          </ac:spMkLst>
        </pc:spChg>
      </pc:sldChg>
    </pc:docChg>
  </pc:docChgLst>
  <pc:docChgLst>
    <pc:chgData name="Tirsi Prebibaj" clId="Web-{7BDD562A-DB9A-41CA-AE77-2D1190359A1E}"/>
    <pc:docChg chg="modSld">
      <pc:chgData name="Tirsi Prebibaj" userId="" providerId="" clId="Web-{7BDD562A-DB9A-41CA-AE77-2D1190359A1E}" dt="2024-03-25T13:42:17.204" v="65" actId="20577"/>
      <pc:docMkLst>
        <pc:docMk/>
      </pc:docMkLst>
      <pc:sldChg chg="modSp modAnim">
        <pc:chgData name="Tirsi Prebibaj" userId="" providerId="" clId="Web-{7BDD562A-DB9A-41CA-AE77-2D1190359A1E}" dt="2024-03-25T13:42:17.204" v="65" actId="20577"/>
        <pc:sldMkLst>
          <pc:docMk/>
          <pc:sldMk cId="421842917" sldId="390"/>
        </pc:sldMkLst>
        <pc:spChg chg="mod">
          <ac:chgData name="Tirsi Prebibaj" userId="" providerId="" clId="Web-{7BDD562A-DB9A-41CA-AE77-2D1190359A1E}" dt="2024-03-25T13:42:17.204" v="65" actId="20577"/>
          <ac:spMkLst>
            <pc:docMk/>
            <pc:sldMk cId="421842917" sldId="390"/>
            <ac:spMk id="22" creationId="{B3CE1177-692D-2E4C-21D9-3F5B67EF5960}"/>
          </ac:spMkLst>
        </pc:spChg>
      </pc:sldChg>
    </pc:docChg>
  </pc:docChgLst>
  <pc:docChgLst>
    <pc:chgData name="Tirsi Prebibaj" clId="Web-{D5241283-6592-4B8B-BF98-B1D429B667D2}"/>
    <pc:docChg chg="addSld delSld modSld sldOrd modSection">
      <pc:chgData name="Tirsi Prebibaj" userId="" providerId="" clId="Web-{D5241283-6592-4B8B-BF98-B1D429B667D2}" dt="2023-11-16T08:51:10.716" v="150"/>
      <pc:docMkLst>
        <pc:docMk/>
      </pc:docMkLst>
      <pc:sldChg chg="addSp delSp modSp">
        <pc:chgData name="Tirsi Prebibaj" userId="" providerId="" clId="Web-{D5241283-6592-4B8B-BF98-B1D429B667D2}" dt="2023-11-16T08:51:10.716" v="150"/>
        <pc:sldMkLst>
          <pc:docMk/>
          <pc:sldMk cId="2326748203" sldId="256"/>
        </pc:sldMkLst>
        <pc:spChg chg="mod">
          <ac:chgData name="Tirsi Prebibaj" userId="" providerId="" clId="Web-{D5241283-6592-4B8B-BF98-B1D429B667D2}" dt="2023-11-16T08:48:58.352" v="139" actId="20577"/>
          <ac:spMkLst>
            <pc:docMk/>
            <pc:sldMk cId="2326748203" sldId="256"/>
            <ac:spMk id="3" creationId="{ACB1D86C-EDFE-444E-AC1B-E649071D8513}"/>
          </ac:spMkLst>
        </pc:spChg>
        <pc:spChg chg="add del mod">
          <ac:chgData name="Tirsi Prebibaj" userId="" providerId="" clId="Web-{D5241283-6592-4B8B-BF98-B1D429B667D2}" dt="2023-11-16T08:51:10.716" v="150"/>
          <ac:spMkLst>
            <pc:docMk/>
            <pc:sldMk cId="2326748203" sldId="256"/>
            <ac:spMk id="4" creationId="{5035FB5B-8447-6A46-113D-6EFC1C0579DD}"/>
          </ac:spMkLst>
        </pc:spChg>
      </pc:sldChg>
      <pc:sldChg chg="del">
        <pc:chgData name="Tirsi Prebibaj" userId="" providerId="" clId="Web-{D5241283-6592-4B8B-BF98-B1D429B667D2}" dt="2023-11-16T08:42:42.869" v="34"/>
        <pc:sldMkLst>
          <pc:docMk/>
          <pc:sldMk cId="3061900725" sldId="262"/>
        </pc:sldMkLst>
      </pc:sldChg>
      <pc:sldChg chg="del">
        <pc:chgData name="Tirsi Prebibaj" userId="" providerId="" clId="Web-{D5241283-6592-4B8B-BF98-B1D429B667D2}" dt="2023-11-16T08:42:38.525" v="32"/>
        <pc:sldMkLst>
          <pc:docMk/>
          <pc:sldMk cId="778361400" sldId="264"/>
        </pc:sldMkLst>
      </pc:sldChg>
      <pc:sldChg chg="del">
        <pc:chgData name="Tirsi Prebibaj" userId="" providerId="" clId="Web-{D5241283-6592-4B8B-BF98-B1D429B667D2}" dt="2023-11-16T08:42:41.494" v="33"/>
        <pc:sldMkLst>
          <pc:docMk/>
          <pc:sldMk cId="2703816105" sldId="265"/>
        </pc:sldMkLst>
      </pc:sldChg>
      <pc:sldChg chg="del">
        <pc:chgData name="Tirsi Prebibaj" userId="" providerId="" clId="Web-{D5241283-6592-4B8B-BF98-B1D429B667D2}" dt="2023-11-16T08:42:32.213" v="24"/>
        <pc:sldMkLst>
          <pc:docMk/>
          <pc:sldMk cId="1042584514" sldId="266"/>
        </pc:sldMkLst>
      </pc:sldChg>
      <pc:sldChg chg="del">
        <pc:chgData name="Tirsi Prebibaj" userId="" providerId="" clId="Web-{D5241283-6592-4B8B-BF98-B1D429B667D2}" dt="2023-11-16T08:42:46.104" v="37"/>
        <pc:sldMkLst>
          <pc:docMk/>
          <pc:sldMk cId="2632789084" sldId="267"/>
        </pc:sldMkLst>
      </pc:sldChg>
      <pc:sldChg chg="del">
        <pc:chgData name="Tirsi Prebibaj" userId="" providerId="" clId="Web-{D5241283-6592-4B8B-BF98-B1D429B667D2}" dt="2023-11-16T08:42:44.901" v="36"/>
        <pc:sldMkLst>
          <pc:docMk/>
          <pc:sldMk cId="967192787" sldId="270"/>
        </pc:sldMkLst>
      </pc:sldChg>
      <pc:sldChg chg="del">
        <pc:chgData name="Tirsi Prebibaj" userId="" providerId="" clId="Web-{D5241283-6592-4B8B-BF98-B1D429B667D2}" dt="2023-11-16T08:41:58.258" v="4"/>
        <pc:sldMkLst>
          <pc:docMk/>
          <pc:sldMk cId="2420122906" sldId="276"/>
        </pc:sldMkLst>
      </pc:sldChg>
      <pc:sldChg chg="del">
        <pc:chgData name="Tirsi Prebibaj" userId="" providerId="" clId="Web-{D5241283-6592-4B8B-BF98-B1D429B667D2}" dt="2023-11-16T08:42:37.463" v="31"/>
        <pc:sldMkLst>
          <pc:docMk/>
          <pc:sldMk cId="2607769529" sldId="279"/>
        </pc:sldMkLst>
      </pc:sldChg>
      <pc:sldChg chg="del">
        <pc:chgData name="Tirsi Prebibaj" userId="" providerId="" clId="Web-{D5241283-6592-4B8B-BF98-B1D429B667D2}" dt="2023-11-16T08:42:36.744" v="30"/>
        <pc:sldMkLst>
          <pc:docMk/>
          <pc:sldMk cId="1128572176" sldId="280"/>
        </pc:sldMkLst>
      </pc:sldChg>
      <pc:sldChg chg="del">
        <pc:chgData name="Tirsi Prebibaj" userId="" providerId="" clId="Web-{D5241283-6592-4B8B-BF98-B1D429B667D2}" dt="2023-11-16T08:42:44.154" v="35"/>
        <pc:sldMkLst>
          <pc:docMk/>
          <pc:sldMk cId="295229169" sldId="281"/>
        </pc:sldMkLst>
      </pc:sldChg>
      <pc:sldChg chg="del">
        <pc:chgData name="Tirsi Prebibaj" userId="" providerId="" clId="Web-{D5241283-6592-4B8B-BF98-B1D429B667D2}" dt="2023-11-16T08:41:55.446" v="1"/>
        <pc:sldMkLst>
          <pc:docMk/>
          <pc:sldMk cId="1326343397" sldId="282"/>
        </pc:sldMkLst>
      </pc:sldChg>
      <pc:sldChg chg="del">
        <pc:chgData name="Tirsi Prebibaj" userId="" providerId="" clId="Web-{D5241283-6592-4B8B-BF98-B1D429B667D2}" dt="2023-11-16T08:41:56.290" v="2"/>
        <pc:sldMkLst>
          <pc:docMk/>
          <pc:sldMk cId="2659025222" sldId="284"/>
        </pc:sldMkLst>
      </pc:sldChg>
      <pc:sldChg chg="del">
        <pc:chgData name="Tirsi Prebibaj" userId="" providerId="" clId="Web-{D5241283-6592-4B8B-BF98-B1D429B667D2}" dt="2023-11-16T08:42:35.275" v="28"/>
        <pc:sldMkLst>
          <pc:docMk/>
          <pc:sldMk cId="2116585614" sldId="285"/>
        </pc:sldMkLst>
      </pc:sldChg>
      <pc:sldChg chg="del">
        <pc:chgData name="Tirsi Prebibaj" userId="" providerId="" clId="Web-{D5241283-6592-4B8B-BF98-B1D429B667D2}" dt="2023-11-16T08:42:35.900" v="29"/>
        <pc:sldMkLst>
          <pc:docMk/>
          <pc:sldMk cId="1186659949" sldId="288"/>
        </pc:sldMkLst>
      </pc:sldChg>
      <pc:sldChg chg="del">
        <pc:chgData name="Tirsi Prebibaj" userId="" providerId="" clId="Web-{D5241283-6592-4B8B-BF98-B1D429B667D2}" dt="2023-11-16T08:41:57.040" v="3"/>
        <pc:sldMkLst>
          <pc:docMk/>
          <pc:sldMk cId="635452904" sldId="289"/>
        </pc:sldMkLst>
      </pc:sldChg>
      <pc:sldChg chg="modSp">
        <pc:chgData name="Tirsi Prebibaj" userId="" providerId="" clId="Web-{D5241283-6592-4B8B-BF98-B1D429B667D2}" dt="2023-11-16T08:43:41.996" v="53" actId="20577"/>
        <pc:sldMkLst>
          <pc:docMk/>
          <pc:sldMk cId="565007588" sldId="292"/>
        </pc:sldMkLst>
        <pc:spChg chg="mod">
          <ac:chgData name="Tirsi Prebibaj" userId="" providerId="" clId="Web-{D5241283-6592-4B8B-BF98-B1D429B667D2}" dt="2023-11-16T08:43:41.996" v="53" actId="20577"/>
          <ac:spMkLst>
            <pc:docMk/>
            <pc:sldMk cId="565007588" sldId="292"/>
            <ac:spMk id="2" creationId="{9D6BE298-9D10-8777-E4CC-A0F2A5863D0B}"/>
          </ac:spMkLst>
        </pc:spChg>
      </pc:sldChg>
      <pc:sldChg chg="del">
        <pc:chgData name="Tirsi Prebibaj" userId="" providerId="" clId="Web-{D5241283-6592-4B8B-BF98-B1D429B667D2}" dt="2023-11-16T08:42:04.774" v="6"/>
        <pc:sldMkLst>
          <pc:docMk/>
          <pc:sldMk cId="368134935" sldId="294"/>
        </pc:sldMkLst>
      </pc:sldChg>
      <pc:sldChg chg="del">
        <pc:chgData name="Tirsi Prebibaj" userId="" providerId="" clId="Web-{D5241283-6592-4B8B-BF98-B1D429B667D2}" dt="2023-11-16T08:42:08.993" v="10"/>
        <pc:sldMkLst>
          <pc:docMk/>
          <pc:sldMk cId="4110637093" sldId="295"/>
        </pc:sldMkLst>
      </pc:sldChg>
      <pc:sldChg chg="del">
        <pc:chgData name="Tirsi Prebibaj" userId="" providerId="" clId="Web-{D5241283-6592-4B8B-BF98-B1D429B667D2}" dt="2023-11-16T08:42:10.399" v="11"/>
        <pc:sldMkLst>
          <pc:docMk/>
          <pc:sldMk cId="760938132" sldId="296"/>
        </pc:sldMkLst>
      </pc:sldChg>
      <pc:sldChg chg="del">
        <pc:chgData name="Tirsi Prebibaj" userId="" providerId="" clId="Web-{D5241283-6592-4B8B-BF98-B1D429B667D2}" dt="2023-11-16T08:42:05.884" v="8"/>
        <pc:sldMkLst>
          <pc:docMk/>
          <pc:sldMk cId="3832490965" sldId="297"/>
        </pc:sldMkLst>
      </pc:sldChg>
      <pc:sldChg chg="del">
        <pc:chgData name="Tirsi Prebibaj" userId="" providerId="" clId="Web-{D5241283-6592-4B8B-BF98-B1D429B667D2}" dt="2023-11-16T08:42:07.946" v="9"/>
        <pc:sldMkLst>
          <pc:docMk/>
          <pc:sldMk cId="600870804" sldId="299"/>
        </pc:sldMkLst>
      </pc:sldChg>
      <pc:sldChg chg="del">
        <pc:chgData name="Tirsi Prebibaj" userId="" providerId="" clId="Web-{D5241283-6592-4B8B-BF98-B1D429B667D2}" dt="2023-11-16T08:42:11.806" v="12"/>
        <pc:sldMkLst>
          <pc:docMk/>
          <pc:sldMk cId="3484068368" sldId="300"/>
        </pc:sldMkLst>
      </pc:sldChg>
      <pc:sldChg chg="del">
        <pc:chgData name="Tirsi Prebibaj" userId="" providerId="" clId="Web-{D5241283-6592-4B8B-BF98-B1D429B667D2}" dt="2023-11-16T08:42:15.493" v="14"/>
        <pc:sldMkLst>
          <pc:docMk/>
          <pc:sldMk cId="58394464" sldId="301"/>
        </pc:sldMkLst>
      </pc:sldChg>
      <pc:sldChg chg="del">
        <pc:chgData name="Tirsi Prebibaj" userId="" providerId="" clId="Web-{D5241283-6592-4B8B-BF98-B1D429B667D2}" dt="2023-11-16T08:42:16.322" v="15"/>
        <pc:sldMkLst>
          <pc:docMk/>
          <pc:sldMk cId="2878070763" sldId="302"/>
        </pc:sldMkLst>
      </pc:sldChg>
      <pc:sldChg chg="del">
        <pc:chgData name="Tirsi Prebibaj" userId="" providerId="" clId="Web-{D5241283-6592-4B8B-BF98-B1D429B667D2}" dt="2023-11-16T08:42:17.478" v="16"/>
        <pc:sldMkLst>
          <pc:docMk/>
          <pc:sldMk cId="1709226014" sldId="303"/>
        </pc:sldMkLst>
      </pc:sldChg>
      <pc:sldChg chg="modSp">
        <pc:chgData name="Tirsi Prebibaj" userId="" providerId="" clId="Web-{D5241283-6592-4B8B-BF98-B1D429B667D2}" dt="2023-11-16T08:43:52.216" v="60" actId="20577"/>
        <pc:sldMkLst>
          <pc:docMk/>
          <pc:sldMk cId="1414841034" sldId="306"/>
        </pc:sldMkLst>
        <pc:spChg chg="mod">
          <ac:chgData name="Tirsi Prebibaj" userId="" providerId="" clId="Web-{D5241283-6592-4B8B-BF98-B1D429B667D2}" dt="2023-11-16T08:43:52.216" v="60" actId="20577"/>
          <ac:spMkLst>
            <pc:docMk/>
            <pc:sldMk cId="1414841034" sldId="306"/>
            <ac:spMk id="2" creationId="{DE6E4E9B-8BC6-9362-3E86-1F85F907A794}"/>
          </ac:spMkLst>
        </pc:spChg>
      </pc:sldChg>
      <pc:sldChg chg="del">
        <pc:chgData name="Tirsi Prebibaj" userId="" providerId="" clId="Web-{D5241283-6592-4B8B-BF98-B1D429B667D2}" dt="2023-11-16T08:42:30.213" v="22"/>
        <pc:sldMkLst>
          <pc:docMk/>
          <pc:sldMk cId="2599875288" sldId="307"/>
        </pc:sldMkLst>
      </pc:sldChg>
      <pc:sldChg chg="del">
        <pc:chgData name="Tirsi Prebibaj" userId="" providerId="" clId="Web-{D5241283-6592-4B8B-BF98-B1D429B667D2}" dt="2023-11-16T08:42:05.462" v="7"/>
        <pc:sldMkLst>
          <pc:docMk/>
          <pc:sldMk cId="1213376842" sldId="308"/>
        </pc:sldMkLst>
      </pc:sldChg>
      <pc:sldChg chg="del">
        <pc:chgData name="Tirsi Prebibaj" userId="" providerId="" clId="Web-{D5241283-6592-4B8B-BF98-B1D429B667D2}" dt="2023-11-16T08:42:20.197" v="18"/>
        <pc:sldMkLst>
          <pc:docMk/>
          <pc:sldMk cId="2847891554" sldId="309"/>
        </pc:sldMkLst>
      </pc:sldChg>
      <pc:sldChg chg="del">
        <pc:chgData name="Tirsi Prebibaj" userId="" providerId="" clId="Web-{D5241283-6592-4B8B-BF98-B1D429B667D2}" dt="2023-11-16T08:42:23.228" v="19"/>
        <pc:sldMkLst>
          <pc:docMk/>
          <pc:sldMk cId="255658758" sldId="310"/>
        </pc:sldMkLst>
      </pc:sldChg>
      <pc:sldChg chg="del">
        <pc:chgData name="Tirsi Prebibaj" userId="" providerId="" clId="Web-{D5241283-6592-4B8B-BF98-B1D429B667D2}" dt="2023-11-16T08:42:14.743" v="13"/>
        <pc:sldMkLst>
          <pc:docMk/>
          <pc:sldMk cId="807058902" sldId="311"/>
        </pc:sldMkLst>
      </pc:sldChg>
      <pc:sldChg chg="del">
        <pc:chgData name="Tirsi Prebibaj" userId="" providerId="" clId="Web-{D5241283-6592-4B8B-BF98-B1D429B667D2}" dt="2023-11-16T08:42:26.228" v="20"/>
        <pc:sldMkLst>
          <pc:docMk/>
          <pc:sldMk cId="1143628832" sldId="312"/>
        </pc:sldMkLst>
      </pc:sldChg>
      <pc:sldChg chg="del">
        <pc:chgData name="Tirsi Prebibaj" userId="" providerId="" clId="Web-{D5241283-6592-4B8B-BF98-B1D429B667D2}" dt="2023-11-16T08:42:31.353" v="23"/>
        <pc:sldMkLst>
          <pc:docMk/>
          <pc:sldMk cId="2551637945" sldId="313"/>
        </pc:sldMkLst>
      </pc:sldChg>
      <pc:sldChg chg="modSp ord">
        <pc:chgData name="Tirsi Prebibaj" userId="" providerId="" clId="Web-{D5241283-6592-4B8B-BF98-B1D429B667D2}" dt="2023-11-16T08:43:27.606" v="46" actId="20577"/>
        <pc:sldMkLst>
          <pc:docMk/>
          <pc:sldMk cId="2909933829" sldId="314"/>
        </pc:sldMkLst>
        <pc:spChg chg="mod">
          <ac:chgData name="Tirsi Prebibaj" userId="" providerId="" clId="Web-{D5241283-6592-4B8B-BF98-B1D429B667D2}" dt="2023-11-16T08:43:27.606" v="46" actId="20577"/>
          <ac:spMkLst>
            <pc:docMk/>
            <pc:sldMk cId="2909933829" sldId="314"/>
            <ac:spMk id="2" creationId="{28AE6DB5-FD24-1381-1AD4-FF91D153B491}"/>
          </ac:spMkLst>
        </pc:spChg>
      </pc:sldChg>
      <pc:sldChg chg="del">
        <pc:chgData name="Tirsi Prebibaj" userId="" providerId="" clId="Web-{D5241283-6592-4B8B-BF98-B1D429B667D2}" dt="2023-11-16T08:42:02.962" v="5"/>
        <pc:sldMkLst>
          <pc:docMk/>
          <pc:sldMk cId="3499865086" sldId="315"/>
        </pc:sldMkLst>
      </pc:sldChg>
      <pc:sldChg chg="del">
        <pc:chgData name="Tirsi Prebibaj" userId="" providerId="" clId="Web-{D5241283-6592-4B8B-BF98-B1D429B667D2}" dt="2023-11-16T08:42:18.822" v="17"/>
        <pc:sldMkLst>
          <pc:docMk/>
          <pc:sldMk cId="2905190265" sldId="316"/>
        </pc:sldMkLst>
      </pc:sldChg>
      <pc:sldChg chg="del">
        <pc:chgData name="Tirsi Prebibaj" userId="" providerId="" clId="Web-{D5241283-6592-4B8B-BF98-B1D429B667D2}" dt="2023-11-16T08:42:27.275" v="21"/>
        <pc:sldMkLst>
          <pc:docMk/>
          <pc:sldMk cId="2449215067" sldId="317"/>
        </pc:sldMkLst>
      </pc:sldChg>
      <pc:sldChg chg="del">
        <pc:chgData name="Tirsi Prebibaj" userId="" providerId="" clId="Web-{D5241283-6592-4B8B-BF98-B1D429B667D2}" dt="2023-11-16T08:41:50.385" v="0"/>
        <pc:sldMkLst>
          <pc:docMk/>
          <pc:sldMk cId="2524882754" sldId="318"/>
        </pc:sldMkLst>
      </pc:sldChg>
      <pc:sldChg chg="del">
        <pc:chgData name="Tirsi Prebibaj" userId="" providerId="" clId="Web-{D5241283-6592-4B8B-BF98-B1D429B667D2}" dt="2023-11-16T08:42:34.713" v="27"/>
        <pc:sldMkLst>
          <pc:docMk/>
          <pc:sldMk cId="53609890" sldId="319"/>
        </pc:sldMkLst>
      </pc:sldChg>
      <pc:sldChg chg="del">
        <pc:chgData name="Tirsi Prebibaj" userId="" providerId="" clId="Web-{D5241283-6592-4B8B-BF98-B1D429B667D2}" dt="2023-11-16T08:42:34.088" v="25"/>
        <pc:sldMkLst>
          <pc:docMk/>
          <pc:sldMk cId="1910763828" sldId="320"/>
        </pc:sldMkLst>
      </pc:sldChg>
      <pc:sldChg chg="del">
        <pc:chgData name="Tirsi Prebibaj" userId="" providerId="" clId="Web-{D5241283-6592-4B8B-BF98-B1D429B667D2}" dt="2023-11-16T08:42:34.432" v="26"/>
        <pc:sldMkLst>
          <pc:docMk/>
          <pc:sldMk cId="2631156572" sldId="321"/>
        </pc:sldMkLst>
      </pc:sldChg>
      <pc:sldChg chg="modSp">
        <pc:chgData name="Tirsi Prebibaj" userId="" providerId="" clId="Web-{D5241283-6592-4B8B-BF98-B1D429B667D2}" dt="2023-11-16T08:49:10.024" v="142" actId="20577"/>
        <pc:sldMkLst>
          <pc:docMk/>
          <pc:sldMk cId="2566097359" sldId="322"/>
        </pc:sldMkLst>
        <pc:spChg chg="mod">
          <ac:chgData name="Tirsi Prebibaj" userId="" providerId="" clId="Web-{D5241283-6592-4B8B-BF98-B1D429B667D2}" dt="2023-11-16T08:49:10.024" v="142" actId="20577"/>
          <ac:spMkLst>
            <pc:docMk/>
            <pc:sldMk cId="2566097359" sldId="322"/>
            <ac:spMk id="3" creationId="{51E4999B-6F1A-0519-0176-AC211CBFA6F2}"/>
          </ac:spMkLst>
        </pc:spChg>
      </pc:sldChg>
      <pc:sldChg chg="new del">
        <pc:chgData name="Tirsi Prebibaj" userId="" providerId="" clId="Web-{D5241283-6592-4B8B-BF98-B1D429B667D2}" dt="2023-11-16T08:44:04.966" v="62"/>
        <pc:sldMkLst>
          <pc:docMk/>
          <pc:sldMk cId="84585038" sldId="323"/>
        </pc:sldMkLst>
      </pc:sldChg>
      <pc:sldChg chg="addSp delSp modSp new">
        <pc:chgData name="Tirsi Prebibaj" userId="" providerId="" clId="Web-{D5241283-6592-4B8B-BF98-B1D429B667D2}" dt="2023-11-16T08:49:23.759" v="145" actId="20577"/>
        <pc:sldMkLst>
          <pc:docMk/>
          <pc:sldMk cId="2307673585" sldId="323"/>
        </pc:sldMkLst>
        <pc:spChg chg="mod">
          <ac:chgData name="Tirsi Prebibaj" userId="" providerId="" clId="Web-{D5241283-6592-4B8B-BF98-B1D429B667D2}" dt="2023-11-16T08:47:49.818" v="101" actId="20577"/>
          <ac:spMkLst>
            <pc:docMk/>
            <pc:sldMk cId="2307673585" sldId="323"/>
            <ac:spMk id="2" creationId="{3EF28C5B-EBF3-D162-E9F3-9B294EA4BC00}"/>
          </ac:spMkLst>
        </pc:spChg>
        <pc:spChg chg="del">
          <ac:chgData name="Tirsi Prebibaj" userId="" providerId="" clId="Web-{D5241283-6592-4B8B-BF98-B1D429B667D2}" dt="2023-11-16T08:45:00.890" v="64"/>
          <ac:spMkLst>
            <pc:docMk/>
            <pc:sldMk cId="2307673585" sldId="323"/>
            <ac:spMk id="3" creationId="{55E81FC2-1F53-8EB0-4DAB-4FCC8B09E46F}"/>
          </ac:spMkLst>
        </pc:spChg>
        <pc:spChg chg="del">
          <ac:chgData name="Tirsi Prebibaj" userId="" providerId="" clId="Web-{D5241283-6592-4B8B-BF98-B1D429B667D2}" dt="2023-11-16T08:45:03.781" v="65"/>
          <ac:spMkLst>
            <pc:docMk/>
            <pc:sldMk cId="2307673585" sldId="323"/>
            <ac:spMk id="4" creationId="{B5BFCC37-7D4F-54C1-8B8A-B78FC559FBCC}"/>
          </ac:spMkLst>
        </pc:spChg>
        <pc:spChg chg="add mod">
          <ac:chgData name="Tirsi Prebibaj" userId="" providerId="" clId="Web-{D5241283-6592-4B8B-BF98-B1D429B667D2}" dt="2023-11-16T08:49:23.759" v="145" actId="20577"/>
          <ac:spMkLst>
            <pc:docMk/>
            <pc:sldMk cId="2307673585" sldId="323"/>
            <ac:spMk id="7" creationId="{4CC130B6-9A9A-FAFA-EF96-D2D2770AFBA9}"/>
          </ac:spMkLst>
        </pc:spChg>
        <pc:spChg chg="add">
          <ac:chgData name="Tirsi Prebibaj" userId="" providerId="" clId="Web-{D5241283-6592-4B8B-BF98-B1D429B667D2}" dt="2023-11-16T08:45:20.984" v="80"/>
          <ac:spMkLst>
            <pc:docMk/>
            <pc:sldMk cId="2307673585" sldId="323"/>
            <ac:spMk id="8" creationId="{31307C55-6A7C-66B8-45A3-E222FCC620A7}"/>
          </ac:spMkLst>
        </pc:spChg>
        <pc:picChg chg="add">
          <ac:chgData name="Tirsi Prebibaj" userId="" providerId="" clId="Web-{D5241283-6592-4B8B-BF98-B1D429B667D2}" dt="2023-11-16T08:45:20.984" v="80"/>
          <ac:picMkLst>
            <pc:docMk/>
            <pc:sldMk cId="2307673585" sldId="323"/>
            <ac:picMk id="6" creationId="{915EE8B6-27D0-3324-1D2B-FE0046F10A5C}"/>
          </ac:picMkLst>
        </pc:picChg>
        <pc:picChg chg="add">
          <ac:chgData name="Tirsi Prebibaj" userId="" providerId="" clId="Web-{D5241283-6592-4B8B-BF98-B1D429B667D2}" dt="2023-11-16T08:45:20.984" v="80"/>
          <ac:picMkLst>
            <pc:docMk/>
            <pc:sldMk cId="2307673585" sldId="323"/>
            <ac:picMk id="9" creationId="{9DA8E349-9DC7-46A4-57C4-D14EA54947E5}"/>
          </ac:picMkLst>
        </pc:picChg>
      </pc:sldChg>
      <pc:sldChg chg="addSp delSp modSp add replId">
        <pc:chgData name="Tirsi Prebibaj" userId="" providerId="" clId="Web-{D5241283-6592-4B8B-BF98-B1D429B667D2}" dt="2023-11-16T08:49:29.525" v="147" actId="20577"/>
        <pc:sldMkLst>
          <pc:docMk/>
          <pc:sldMk cId="4023452982" sldId="324"/>
        </pc:sldMkLst>
        <pc:spChg chg="mod">
          <ac:chgData name="Tirsi Prebibaj" userId="" providerId="" clId="Web-{D5241283-6592-4B8B-BF98-B1D429B667D2}" dt="2023-11-16T08:47:45.474" v="100" actId="20577"/>
          <ac:spMkLst>
            <pc:docMk/>
            <pc:sldMk cId="4023452982" sldId="324"/>
            <ac:spMk id="2" creationId="{3EF28C5B-EBF3-D162-E9F3-9B294EA4BC00}"/>
          </ac:spMkLst>
        </pc:spChg>
        <pc:spChg chg="mod">
          <ac:chgData name="Tirsi Prebibaj" userId="" providerId="" clId="Web-{D5241283-6592-4B8B-BF98-B1D429B667D2}" dt="2023-11-16T08:49:29.525" v="147" actId="20577"/>
          <ac:spMkLst>
            <pc:docMk/>
            <pc:sldMk cId="4023452982" sldId="324"/>
            <ac:spMk id="7" creationId="{4CC130B6-9A9A-FAFA-EF96-D2D2770AFBA9}"/>
          </ac:spMkLst>
        </pc:spChg>
        <pc:picChg chg="add mod">
          <ac:chgData name="Tirsi Prebibaj" userId="" providerId="" clId="Web-{D5241283-6592-4B8B-BF98-B1D429B667D2}" dt="2023-11-16T08:46:43.175" v="92" actId="1076"/>
          <ac:picMkLst>
            <pc:docMk/>
            <pc:sldMk cId="4023452982" sldId="324"/>
            <ac:picMk id="3" creationId="{6B84E5DF-FD2B-9D63-4FD1-B02B53AFCA50}"/>
          </ac:picMkLst>
        </pc:picChg>
        <pc:picChg chg="add mod">
          <ac:chgData name="Tirsi Prebibaj" userId="" providerId="" clId="Web-{D5241283-6592-4B8B-BF98-B1D429B667D2}" dt="2023-11-16T08:47:36.567" v="97" actId="1076"/>
          <ac:picMkLst>
            <pc:docMk/>
            <pc:sldMk cId="4023452982" sldId="324"/>
            <ac:picMk id="4" creationId="{E767F2F1-4547-9937-F2AD-CBA1EE9E77E5}"/>
          </ac:picMkLst>
        </pc:picChg>
        <pc:picChg chg="del">
          <ac:chgData name="Tirsi Prebibaj" userId="" providerId="" clId="Web-{D5241283-6592-4B8B-BF98-B1D429B667D2}" dt="2023-11-16T08:46:44.487" v="93"/>
          <ac:picMkLst>
            <pc:docMk/>
            <pc:sldMk cId="4023452982" sldId="324"/>
            <ac:picMk id="6" creationId="{915EE8B6-27D0-3324-1D2B-FE0046F10A5C}"/>
          </ac:picMkLst>
        </pc:picChg>
        <pc:picChg chg="del">
          <ac:chgData name="Tirsi Prebibaj" userId="" providerId="" clId="Web-{D5241283-6592-4B8B-BF98-B1D429B667D2}" dt="2023-11-16T08:46:32.566" v="88"/>
          <ac:picMkLst>
            <pc:docMk/>
            <pc:sldMk cId="4023452982" sldId="324"/>
            <ac:picMk id="9" creationId="{9DA8E349-9DC7-46A4-57C4-D14EA54947E5}"/>
          </ac:picMkLst>
        </pc:picChg>
      </pc:sldChg>
    </pc:docChg>
  </pc:docChgLst>
  <pc:docChgLst>
    <pc:chgData name="Tirsi Prebibaj" clId="Web-{CCEC5FE1-3D0B-4172-949E-8245B71FFB0B}"/>
    <pc:docChg chg="modSld">
      <pc:chgData name="Tirsi Prebibaj" userId="" providerId="" clId="Web-{CCEC5FE1-3D0B-4172-949E-8245B71FFB0B}" dt="2024-03-25T16:54:10.651" v="30" actId="20577"/>
      <pc:docMkLst>
        <pc:docMk/>
      </pc:docMkLst>
      <pc:sldChg chg="modSp">
        <pc:chgData name="Tirsi Prebibaj" userId="" providerId="" clId="Web-{CCEC5FE1-3D0B-4172-949E-8245B71FFB0B}" dt="2024-03-25T16:54:10.651" v="30" actId="20577"/>
        <pc:sldMkLst>
          <pc:docMk/>
          <pc:sldMk cId="2456878928" sldId="354"/>
        </pc:sldMkLst>
        <pc:spChg chg="mod">
          <ac:chgData name="Tirsi Prebibaj" userId="" providerId="" clId="Web-{CCEC5FE1-3D0B-4172-949E-8245B71FFB0B}" dt="2024-03-25T16:54:10.651" v="30" actId="20577"/>
          <ac:spMkLst>
            <pc:docMk/>
            <pc:sldMk cId="2456878928" sldId="354"/>
            <ac:spMk id="3" creationId="{37C090AB-65AC-70EB-8F36-3B7C2E65FCF2}"/>
          </ac:spMkLst>
        </pc:spChg>
      </pc:sldChg>
      <pc:sldChg chg="modSp">
        <pc:chgData name="Tirsi Prebibaj" userId="" providerId="" clId="Web-{CCEC5FE1-3D0B-4172-949E-8245B71FFB0B}" dt="2024-03-25T16:52:12.040" v="2" actId="20577"/>
        <pc:sldMkLst>
          <pc:docMk/>
          <pc:sldMk cId="1853143229" sldId="372"/>
        </pc:sldMkLst>
        <pc:spChg chg="mod">
          <ac:chgData name="Tirsi Prebibaj" userId="" providerId="" clId="Web-{CCEC5FE1-3D0B-4172-949E-8245B71FFB0B}" dt="2024-03-25T16:52:12.040" v="2" actId="20577"/>
          <ac:spMkLst>
            <pc:docMk/>
            <pc:sldMk cId="1853143229" sldId="372"/>
            <ac:spMk id="2" creationId="{754A644B-0E71-3B25-655F-B10CEFF0489F}"/>
          </ac:spMkLst>
        </pc:spChg>
      </pc:sldChg>
      <pc:sldChg chg="modSp">
        <pc:chgData name="Tirsi Prebibaj" userId="" providerId="" clId="Web-{CCEC5FE1-3D0B-4172-949E-8245B71FFB0B}" dt="2024-03-25T16:52:50.213" v="22" actId="20577"/>
        <pc:sldMkLst>
          <pc:docMk/>
          <pc:sldMk cId="1784057354" sldId="384"/>
        </pc:sldMkLst>
        <pc:spChg chg="mod">
          <ac:chgData name="Tirsi Prebibaj" userId="" providerId="" clId="Web-{CCEC5FE1-3D0B-4172-949E-8245B71FFB0B}" dt="2024-03-25T16:52:50.213" v="22" actId="20577"/>
          <ac:spMkLst>
            <pc:docMk/>
            <pc:sldMk cId="1784057354" sldId="384"/>
            <ac:spMk id="8" creationId="{688665E1-7C70-2514-637A-8886871AA0F5}"/>
          </ac:spMkLst>
        </pc:spChg>
      </pc:sldChg>
      <pc:sldChg chg="modSp">
        <pc:chgData name="Tirsi Prebibaj" userId="" providerId="" clId="Web-{CCEC5FE1-3D0B-4172-949E-8245B71FFB0B}" dt="2024-03-25T16:52:33.962" v="17" actId="20577"/>
        <pc:sldMkLst>
          <pc:docMk/>
          <pc:sldMk cId="3884587515" sldId="405"/>
        </pc:sldMkLst>
        <pc:spChg chg="mod">
          <ac:chgData name="Tirsi Prebibaj" userId="" providerId="" clId="Web-{CCEC5FE1-3D0B-4172-949E-8245B71FFB0B}" dt="2024-03-25T16:52:27.587" v="11" actId="20577"/>
          <ac:spMkLst>
            <pc:docMk/>
            <pc:sldMk cId="3884587515" sldId="405"/>
            <ac:spMk id="2" creationId="{754A644B-0E71-3B25-655F-B10CEFF0489F}"/>
          </ac:spMkLst>
        </pc:spChg>
        <pc:spChg chg="mod">
          <ac:chgData name="Tirsi Prebibaj" userId="" providerId="" clId="Web-{CCEC5FE1-3D0B-4172-949E-8245B71FFB0B}" dt="2024-03-25T16:52:33.962" v="17" actId="20577"/>
          <ac:spMkLst>
            <pc:docMk/>
            <pc:sldMk cId="3884587515" sldId="405"/>
            <ac:spMk id="9" creationId="{23432A03-70D5-482D-1D35-FC109F0C6522}"/>
          </ac:spMkLst>
        </pc:spChg>
      </pc:sldChg>
    </pc:docChg>
  </pc:docChgLst>
  <pc:docChgLst>
    <pc:chgData name="Tirsi Prebibaj" userId="+GYLHarxZ+dPTLHn7NL7dVppsqJUwCwiKXJTVYlMKO0=" providerId="None" clId="Web-{987157AD-33C7-46B0-81B2-2D61D0B2A1AB}"/>
    <pc:docChg chg="modSld">
      <pc:chgData name="Tirsi Prebibaj" userId="+GYLHarxZ+dPTLHn7NL7dVppsqJUwCwiKXJTVYlMKO0=" providerId="None" clId="Web-{987157AD-33C7-46B0-81B2-2D61D0B2A1AB}" dt="2024-08-21T09:40:53.949" v="4" actId="20577"/>
      <pc:docMkLst>
        <pc:docMk/>
      </pc:docMkLst>
      <pc:sldChg chg="modSp">
        <pc:chgData name="Tirsi Prebibaj" userId="+GYLHarxZ+dPTLHn7NL7dVppsqJUwCwiKXJTVYlMKO0=" providerId="None" clId="Web-{987157AD-33C7-46B0-81B2-2D61D0B2A1AB}" dt="2024-08-21T09:40:53.949" v="4" actId="20577"/>
        <pc:sldMkLst>
          <pc:docMk/>
          <pc:sldMk cId="760881316" sldId="421"/>
        </pc:sldMkLst>
        <pc:spChg chg="mod">
          <ac:chgData name="Tirsi Prebibaj" userId="+GYLHarxZ+dPTLHn7NL7dVppsqJUwCwiKXJTVYlMKO0=" providerId="None" clId="Web-{987157AD-33C7-46B0-81B2-2D61D0B2A1AB}" dt="2024-08-21T09:40:53.949" v="4" actId="20577"/>
          <ac:spMkLst>
            <pc:docMk/>
            <pc:sldMk cId="760881316" sldId="421"/>
            <ac:spMk id="12" creationId="{DB8A9E4A-A489-7C3D-1B1C-34FE947AA83A}"/>
          </ac:spMkLst>
        </pc:spChg>
      </pc:sldChg>
    </pc:docChg>
  </pc:docChgLst>
  <pc:docChgLst>
    <pc:chgData name="Tirsi Prebibaj" clId="Web-{3D7054F8-CD73-447E-8B99-9C0B9CB6ADF1}"/>
    <pc:docChg chg="modSld">
      <pc:chgData name="Tirsi Prebibaj" userId="" providerId="" clId="Web-{3D7054F8-CD73-447E-8B99-9C0B9CB6ADF1}" dt="2024-03-26T21:26:47.517" v="31" actId="1076"/>
      <pc:docMkLst>
        <pc:docMk/>
      </pc:docMkLst>
      <pc:sldChg chg="modNotes">
        <pc:chgData name="Tirsi Prebibaj" userId="" providerId="" clId="Web-{3D7054F8-CD73-447E-8B99-9C0B9CB6ADF1}" dt="2024-03-26T21:16:59.388" v="14"/>
        <pc:sldMkLst>
          <pc:docMk/>
          <pc:sldMk cId="2804093168" sldId="371"/>
        </pc:sldMkLst>
      </pc:sldChg>
      <pc:sldChg chg="modNotes">
        <pc:chgData name="Tirsi Prebibaj" userId="" providerId="" clId="Web-{3D7054F8-CD73-447E-8B99-9C0B9CB6ADF1}" dt="2024-03-26T21:16:41.013" v="3"/>
        <pc:sldMkLst>
          <pc:docMk/>
          <pc:sldMk cId="3319552554" sldId="375"/>
        </pc:sldMkLst>
      </pc:sldChg>
      <pc:sldChg chg="modSp">
        <pc:chgData name="Tirsi Prebibaj" userId="" providerId="" clId="Web-{3D7054F8-CD73-447E-8B99-9C0B9CB6ADF1}" dt="2024-03-26T21:26:47.517" v="31" actId="1076"/>
        <pc:sldMkLst>
          <pc:docMk/>
          <pc:sldMk cId="421842917" sldId="390"/>
        </pc:sldMkLst>
        <pc:spChg chg="mod">
          <ac:chgData name="Tirsi Prebibaj" userId="" providerId="" clId="Web-{3D7054F8-CD73-447E-8B99-9C0B9CB6ADF1}" dt="2024-03-26T21:26:47.408" v="30" actId="1076"/>
          <ac:spMkLst>
            <pc:docMk/>
            <pc:sldMk cId="421842917" sldId="390"/>
            <ac:spMk id="8" creationId="{8728874B-5CD8-4995-B358-9AEBFF266D4B}"/>
          </ac:spMkLst>
        </pc:spChg>
        <pc:spChg chg="mod">
          <ac:chgData name="Tirsi Prebibaj" userId="" providerId="" clId="Web-{3D7054F8-CD73-447E-8B99-9C0B9CB6ADF1}" dt="2024-03-26T21:26:47.346" v="22" actId="1076"/>
          <ac:spMkLst>
            <pc:docMk/>
            <pc:sldMk cId="421842917" sldId="390"/>
            <ac:spMk id="15" creationId="{C66F87C1-2AA9-A204-CFC9-4C847A737181}"/>
          </ac:spMkLst>
        </pc:spChg>
        <pc:spChg chg="mod">
          <ac:chgData name="Tirsi Prebibaj" userId="" providerId="" clId="Web-{3D7054F8-CD73-447E-8B99-9C0B9CB6ADF1}" dt="2024-03-26T21:26:47.361" v="23" actId="1076"/>
          <ac:spMkLst>
            <pc:docMk/>
            <pc:sldMk cId="421842917" sldId="390"/>
            <ac:spMk id="16" creationId="{D37C3C46-CF88-82AC-06B1-45D7D62B0F6A}"/>
          </ac:spMkLst>
        </pc:spChg>
        <pc:spChg chg="mod">
          <ac:chgData name="Tirsi Prebibaj" userId="" providerId="" clId="Web-{3D7054F8-CD73-447E-8B99-9C0B9CB6ADF1}" dt="2024-03-26T21:26:47.361" v="24" actId="1076"/>
          <ac:spMkLst>
            <pc:docMk/>
            <pc:sldMk cId="421842917" sldId="390"/>
            <ac:spMk id="17" creationId="{5EF40638-E522-803A-C23C-D366D9A50946}"/>
          </ac:spMkLst>
        </pc:spChg>
        <pc:spChg chg="mod">
          <ac:chgData name="Tirsi Prebibaj" userId="" providerId="" clId="Web-{3D7054F8-CD73-447E-8B99-9C0B9CB6ADF1}" dt="2024-03-26T21:26:47.377" v="25" actId="1076"/>
          <ac:spMkLst>
            <pc:docMk/>
            <pc:sldMk cId="421842917" sldId="390"/>
            <ac:spMk id="18" creationId="{E2BB12E7-9E1E-B1E5-D64E-6318974D473D}"/>
          </ac:spMkLst>
        </pc:spChg>
        <pc:spChg chg="mod">
          <ac:chgData name="Tirsi Prebibaj" userId="" providerId="" clId="Web-{3D7054F8-CD73-447E-8B99-9C0B9CB6ADF1}" dt="2024-03-26T21:26:47.377" v="26" actId="1076"/>
          <ac:spMkLst>
            <pc:docMk/>
            <pc:sldMk cId="421842917" sldId="390"/>
            <ac:spMk id="19" creationId="{82CE68E2-5AD9-3EAC-9B98-E27DF034C31C}"/>
          </ac:spMkLst>
        </pc:spChg>
        <pc:spChg chg="mod">
          <ac:chgData name="Tirsi Prebibaj" userId="" providerId="" clId="Web-{3D7054F8-CD73-447E-8B99-9C0B9CB6ADF1}" dt="2024-03-26T21:26:47.392" v="27" actId="1076"/>
          <ac:spMkLst>
            <pc:docMk/>
            <pc:sldMk cId="421842917" sldId="390"/>
            <ac:spMk id="20" creationId="{E94F25B5-8896-DCF2-5D8D-6C0863BDD8A2}"/>
          </ac:spMkLst>
        </pc:spChg>
        <pc:spChg chg="mod">
          <ac:chgData name="Tirsi Prebibaj" userId="" providerId="" clId="Web-{3D7054F8-CD73-447E-8B99-9C0B9CB6ADF1}" dt="2024-03-26T21:26:47.392" v="28" actId="1076"/>
          <ac:spMkLst>
            <pc:docMk/>
            <pc:sldMk cId="421842917" sldId="390"/>
            <ac:spMk id="21" creationId="{C315FFCE-6406-2AEB-BCCB-CFD99F63516D}"/>
          </ac:spMkLst>
        </pc:spChg>
        <pc:grpChg chg="mod">
          <ac:chgData name="Tirsi Prebibaj" userId="" providerId="" clId="Web-{3D7054F8-CD73-447E-8B99-9C0B9CB6ADF1}" dt="2024-03-26T21:26:47.517" v="31" actId="1076"/>
          <ac:grpSpMkLst>
            <pc:docMk/>
            <pc:sldMk cId="421842917" sldId="390"/>
            <ac:grpSpMk id="9" creationId="{71B060B0-0F86-F198-80E9-398536B13CCA}"/>
          </ac:grpSpMkLst>
        </pc:grpChg>
        <pc:cxnChg chg="mod">
          <ac:chgData name="Tirsi Prebibaj" userId="" providerId="" clId="Web-{3D7054F8-CD73-447E-8B99-9C0B9CB6ADF1}" dt="2024-03-26T21:26:47.392" v="29" actId="1076"/>
          <ac:cxnSpMkLst>
            <pc:docMk/>
            <pc:sldMk cId="421842917" sldId="390"/>
            <ac:cxnSpMk id="6" creationId="{F4377BB4-A6DB-8BF1-F8A3-D0351E392ACF}"/>
          </ac:cxnSpMkLst>
        </pc:cxnChg>
        <pc:cxnChg chg="mod">
          <ac:chgData name="Tirsi Prebibaj" userId="" providerId="" clId="Web-{3D7054F8-CD73-447E-8B99-9C0B9CB6ADF1}" dt="2024-03-26T21:26:47.330" v="20" actId="1076"/>
          <ac:cxnSpMkLst>
            <pc:docMk/>
            <pc:sldMk cId="421842917" sldId="390"/>
            <ac:cxnSpMk id="13" creationId="{EC8510FD-E5E3-D785-0223-D846A1679DC5}"/>
          </ac:cxnSpMkLst>
        </pc:cxnChg>
        <pc:cxnChg chg="mod">
          <ac:chgData name="Tirsi Prebibaj" userId="" providerId="" clId="Web-{3D7054F8-CD73-447E-8B99-9C0B9CB6ADF1}" dt="2024-03-26T21:26:47.346" v="21" actId="1076"/>
          <ac:cxnSpMkLst>
            <pc:docMk/>
            <pc:sldMk cId="421842917" sldId="390"/>
            <ac:cxnSpMk id="14" creationId="{4E1A0214-5DA1-B1C4-6B56-724A9F1C2293}"/>
          </ac:cxnSpMkLst>
        </pc:cxnChg>
      </pc:sldChg>
    </pc:docChg>
  </pc:docChgLst>
  <pc:docChgLst>
    <pc:chgData name="Tirsi Prebibaj" clId="Web-{36F1CF49-821C-4790-A391-E9573C123B71}"/>
    <pc:docChg chg="modSld">
      <pc:chgData name="Tirsi Prebibaj" userId="" providerId="" clId="Web-{36F1CF49-821C-4790-A391-E9573C123B71}" dt="2024-03-26T21:42:03.291" v="82" actId="20577"/>
      <pc:docMkLst>
        <pc:docMk/>
      </pc:docMkLst>
      <pc:sldChg chg="addSp delSp modSp">
        <pc:chgData name="Tirsi Prebibaj" userId="" providerId="" clId="Web-{36F1CF49-821C-4790-A391-E9573C123B71}" dt="2024-03-26T21:42:03.291" v="82" actId="20577"/>
        <pc:sldMkLst>
          <pc:docMk/>
          <pc:sldMk cId="4199460777" sldId="383"/>
        </pc:sldMkLst>
        <pc:spChg chg="mod">
          <ac:chgData name="Tirsi Prebibaj" userId="" providerId="" clId="Web-{36F1CF49-821C-4790-A391-E9573C123B71}" dt="2024-03-26T21:40:11.615" v="1" actId="1076"/>
          <ac:spMkLst>
            <pc:docMk/>
            <pc:sldMk cId="4199460777" sldId="383"/>
            <ac:spMk id="3" creationId="{B453A0E8-1D98-BF6A-CF4D-F1AF346003A5}"/>
          </ac:spMkLst>
        </pc:spChg>
        <pc:spChg chg="add del mod">
          <ac:chgData name="Tirsi Prebibaj" userId="" providerId="" clId="Web-{36F1CF49-821C-4790-A391-E9573C123B71}" dt="2024-03-26T21:41:49.619" v="80"/>
          <ac:spMkLst>
            <pc:docMk/>
            <pc:sldMk cId="4199460777" sldId="383"/>
            <ac:spMk id="10" creationId="{4334B3F2-5A73-DE10-042A-77428AE30577}"/>
          </ac:spMkLst>
        </pc:spChg>
        <pc:spChg chg="add mod">
          <ac:chgData name="Tirsi Prebibaj" userId="" providerId="" clId="Web-{36F1CF49-821C-4790-A391-E9573C123B71}" dt="2024-03-26T21:42:03.291" v="82" actId="20577"/>
          <ac:spMkLst>
            <pc:docMk/>
            <pc:sldMk cId="4199460777" sldId="383"/>
            <ac:spMk id="11" creationId="{DB65837A-EB64-164C-B3BE-05B7FF1CB859}"/>
          </ac:spMkLst>
        </pc:spChg>
        <pc:spChg chg="mod">
          <ac:chgData name="Tirsi Prebibaj" userId="" providerId="" clId="Web-{36F1CF49-821C-4790-A391-E9573C123B71}" dt="2024-03-26T21:40:19.100" v="3" actId="1076"/>
          <ac:spMkLst>
            <pc:docMk/>
            <pc:sldMk cId="4199460777" sldId="383"/>
            <ac:spMk id="12" creationId="{6BB8C50C-F41B-81EA-7101-4F7BDB29217D}"/>
          </ac:spMkLst>
        </pc:spChg>
        <pc:grpChg chg="mod">
          <ac:chgData name="Tirsi Prebibaj" userId="" providerId="" clId="Web-{36F1CF49-821C-4790-A391-E9573C123B71}" dt="2024-03-26T21:40:14.490" v="2" actId="1076"/>
          <ac:grpSpMkLst>
            <pc:docMk/>
            <pc:sldMk cId="4199460777" sldId="383"/>
            <ac:grpSpMk id="4" creationId="{7BB2485D-D55F-2A15-36D0-B3E64BEA8B78}"/>
          </ac:grpSpMkLst>
        </pc:grpChg>
      </pc:sldChg>
    </pc:docChg>
  </pc:docChgLst>
  <pc:docChgLst>
    <pc:chgData name="Tirsi Prebibaj" clId="Web-{37FB1E31-E824-45CC-A363-AB1E6293BCCC}"/>
    <pc:docChg chg="modSld">
      <pc:chgData name="Tirsi Prebibaj" userId="" providerId="" clId="Web-{37FB1E31-E824-45CC-A363-AB1E6293BCCC}" dt="2024-03-25T16:25:19.647" v="8"/>
      <pc:docMkLst>
        <pc:docMk/>
      </pc:docMkLst>
      <pc:sldChg chg="addSp delSp modSp addAnim delAnim modAnim">
        <pc:chgData name="Tirsi Prebibaj" userId="" providerId="" clId="Web-{37FB1E31-E824-45CC-A363-AB1E6293BCCC}" dt="2024-03-25T16:25:19.647" v="8"/>
        <pc:sldMkLst>
          <pc:docMk/>
          <pc:sldMk cId="538447202" sldId="393"/>
        </pc:sldMkLst>
        <pc:picChg chg="add mod">
          <ac:chgData name="Tirsi Prebibaj" userId="" providerId="" clId="Web-{37FB1E31-E824-45CC-A363-AB1E6293BCCC}" dt="2024-03-25T16:24:49.381" v="5" actId="1076"/>
          <ac:picMkLst>
            <pc:docMk/>
            <pc:sldMk cId="538447202" sldId="393"/>
            <ac:picMk id="4" creationId="{492AD032-F54C-738B-1BF4-795FCDC19DDF}"/>
          </ac:picMkLst>
        </pc:picChg>
        <pc:picChg chg="del">
          <ac:chgData name="Tirsi Prebibaj" userId="" providerId="" clId="Web-{37FB1E31-E824-45CC-A363-AB1E6293BCCC}" dt="2024-03-25T16:24:23.192" v="0"/>
          <ac:picMkLst>
            <pc:docMk/>
            <pc:sldMk cId="538447202" sldId="393"/>
            <ac:picMk id="12" creationId="{479AF20A-79E7-0339-D3C2-21E4DD28741C}"/>
          </ac:picMkLst>
        </pc:picChg>
      </pc:sldChg>
    </pc:docChg>
  </pc:docChgLst>
  <pc:docChgLst>
    <pc:chgData name="Tirsi Prebibaj" clId="Web-{9351F5E3-3B21-4633-AB1A-BE011FE88889}"/>
    <pc:docChg chg="modSld">
      <pc:chgData name="Tirsi Prebibaj" userId="" providerId="" clId="Web-{9351F5E3-3B21-4633-AB1A-BE011FE88889}" dt="2024-03-25T14:03:14.453" v="1" actId="14100"/>
      <pc:docMkLst>
        <pc:docMk/>
      </pc:docMkLst>
      <pc:sldChg chg="modSp">
        <pc:chgData name="Tirsi Prebibaj" userId="" providerId="" clId="Web-{9351F5E3-3B21-4633-AB1A-BE011FE88889}" dt="2024-03-25T14:03:14.453" v="1" actId="14100"/>
        <pc:sldMkLst>
          <pc:docMk/>
          <pc:sldMk cId="3319552554" sldId="375"/>
        </pc:sldMkLst>
        <pc:spChg chg="mod">
          <ac:chgData name="Tirsi Prebibaj" userId="" providerId="" clId="Web-{9351F5E3-3B21-4633-AB1A-BE011FE88889}" dt="2024-03-25T14:03:14.453" v="1" actId="14100"/>
          <ac:spMkLst>
            <pc:docMk/>
            <pc:sldMk cId="3319552554" sldId="375"/>
            <ac:spMk id="17" creationId="{BCBBABDE-1579-D570-EFC3-B236739116BF}"/>
          </ac:spMkLst>
        </pc:spChg>
      </pc:sldChg>
    </pc:docChg>
  </pc:docChgLst>
  <pc:docChgLst>
    <pc:chgData name="Tirsi Prebibaj" clId="Web-{027DA27F-F3A0-411B-9E4B-7FE3ACE9AECC}"/>
    <pc:docChg chg="modSld">
      <pc:chgData name="Tirsi Prebibaj" userId="" providerId="" clId="Web-{027DA27F-F3A0-411B-9E4B-7FE3ACE9AECC}" dt="2024-03-20T14:31:02.258" v="76"/>
      <pc:docMkLst>
        <pc:docMk/>
      </pc:docMkLst>
      <pc:sldChg chg="modNotes">
        <pc:chgData name="Tirsi Prebibaj" userId="" providerId="" clId="Web-{027DA27F-F3A0-411B-9E4B-7FE3ACE9AECC}" dt="2024-03-20T14:31:02.258" v="76"/>
        <pc:sldMkLst>
          <pc:docMk/>
          <pc:sldMk cId="2587703621" sldId="373"/>
        </pc:sldMkLst>
      </pc:sldChg>
    </pc:docChg>
  </pc:docChgLst>
  <pc:docChgLst>
    <pc:chgData name="Tirsi Prebibaj" clId="Web-{CC0D6CA0-42B9-4388-942F-0B36CE6BA1DB}"/>
    <pc:docChg chg="delSld modSld modSection">
      <pc:chgData name="Tirsi Prebibaj" userId="" providerId="" clId="Web-{CC0D6CA0-42B9-4388-942F-0B36CE6BA1DB}" dt="2024-03-25T13:53:25.594" v="35" actId="14100"/>
      <pc:docMkLst>
        <pc:docMk/>
      </pc:docMkLst>
      <pc:sldChg chg="del">
        <pc:chgData name="Tirsi Prebibaj" userId="" providerId="" clId="Web-{CC0D6CA0-42B9-4388-942F-0B36CE6BA1DB}" dt="2024-03-25T13:49:21.382" v="15"/>
        <pc:sldMkLst>
          <pc:docMk/>
          <pc:sldMk cId="416283928" sldId="326"/>
        </pc:sldMkLst>
      </pc:sldChg>
      <pc:sldChg chg="modSp">
        <pc:chgData name="Tirsi Prebibaj" userId="" providerId="" clId="Web-{CC0D6CA0-42B9-4388-942F-0B36CE6BA1DB}" dt="2024-03-25T13:53:25.594" v="35" actId="14100"/>
        <pc:sldMkLst>
          <pc:docMk/>
          <pc:sldMk cId="260791214" sldId="341"/>
        </pc:sldMkLst>
        <pc:spChg chg="mod">
          <ac:chgData name="Tirsi Prebibaj" userId="" providerId="" clId="Web-{CC0D6CA0-42B9-4388-942F-0B36CE6BA1DB}" dt="2024-03-25T13:53:25.594" v="35" actId="14100"/>
          <ac:spMkLst>
            <pc:docMk/>
            <pc:sldMk cId="260791214" sldId="341"/>
            <ac:spMk id="7" creationId="{21D57FAA-91C4-E564-1A29-10526A877500}"/>
          </ac:spMkLst>
        </pc:spChg>
      </pc:sldChg>
      <pc:sldChg chg="modSp">
        <pc:chgData name="Tirsi Prebibaj" userId="" providerId="" clId="Web-{CC0D6CA0-42B9-4388-942F-0B36CE6BA1DB}" dt="2024-03-25T13:48:45.115" v="12" actId="20577"/>
        <pc:sldMkLst>
          <pc:docMk/>
          <pc:sldMk cId="3375492407" sldId="370"/>
        </pc:sldMkLst>
        <pc:spChg chg="mod">
          <ac:chgData name="Tirsi Prebibaj" userId="" providerId="" clId="Web-{CC0D6CA0-42B9-4388-942F-0B36CE6BA1DB}" dt="2024-03-25T13:48:45.115" v="12" actId="20577"/>
          <ac:spMkLst>
            <pc:docMk/>
            <pc:sldMk cId="3375492407" sldId="370"/>
            <ac:spMk id="2" creationId="{10F98A94-B671-E78F-7F7E-B1DFF0ADEA9F}"/>
          </ac:spMkLst>
        </pc:spChg>
      </pc:sldChg>
      <pc:sldChg chg="modSp">
        <pc:chgData name="Tirsi Prebibaj" userId="" providerId="" clId="Web-{CC0D6CA0-42B9-4388-942F-0B36CE6BA1DB}" dt="2024-03-25T13:47:12.721" v="0" actId="1076"/>
        <pc:sldMkLst>
          <pc:docMk/>
          <pc:sldMk cId="2804093168" sldId="371"/>
        </pc:sldMkLst>
        <pc:spChg chg="mod">
          <ac:chgData name="Tirsi Prebibaj" userId="" providerId="" clId="Web-{CC0D6CA0-42B9-4388-942F-0B36CE6BA1DB}" dt="2024-03-25T13:47:12.721" v="0" actId="1076"/>
          <ac:spMkLst>
            <pc:docMk/>
            <pc:sldMk cId="2804093168" sldId="371"/>
            <ac:spMk id="6" creationId="{1C266E16-27F0-8FA8-1848-B9C0B818E052}"/>
          </ac:spMkLst>
        </pc:spChg>
      </pc:sldChg>
      <pc:sldChg chg="modSp">
        <pc:chgData name="Tirsi Prebibaj" userId="" providerId="" clId="Web-{CC0D6CA0-42B9-4388-942F-0B36CE6BA1DB}" dt="2024-03-25T13:48:38.552" v="8" actId="20577"/>
        <pc:sldMkLst>
          <pc:docMk/>
          <pc:sldMk cId="3319552554" sldId="375"/>
        </pc:sldMkLst>
        <pc:spChg chg="mod">
          <ac:chgData name="Tirsi Prebibaj" userId="" providerId="" clId="Web-{CC0D6CA0-42B9-4388-942F-0B36CE6BA1DB}" dt="2024-03-25T13:48:38.552" v="8" actId="20577"/>
          <ac:spMkLst>
            <pc:docMk/>
            <pc:sldMk cId="3319552554" sldId="375"/>
            <ac:spMk id="2" creationId="{10F98A94-B671-E78F-7F7E-B1DFF0ADEA9F}"/>
          </ac:spMkLst>
        </pc:spChg>
      </pc:sldChg>
      <pc:sldChg chg="modSp">
        <pc:chgData name="Tirsi Prebibaj" userId="" providerId="" clId="Web-{CC0D6CA0-42B9-4388-942F-0B36CE6BA1DB}" dt="2024-03-25T13:48:34.193" v="5" actId="20577"/>
        <pc:sldMkLst>
          <pc:docMk/>
          <pc:sldMk cId="2267497006" sldId="382"/>
        </pc:sldMkLst>
        <pc:spChg chg="mod">
          <ac:chgData name="Tirsi Prebibaj" userId="" providerId="" clId="Web-{CC0D6CA0-42B9-4388-942F-0B36CE6BA1DB}" dt="2024-03-25T13:48:34.193" v="5" actId="20577"/>
          <ac:spMkLst>
            <pc:docMk/>
            <pc:sldMk cId="2267497006" sldId="382"/>
            <ac:spMk id="2" creationId="{B063E45E-6CAD-4A88-0662-596454D3B6AE}"/>
          </ac:spMkLst>
        </pc:spChg>
      </pc:sldChg>
      <pc:sldChg chg="modSp">
        <pc:chgData name="Tirsi Prebibaj" userId="" providerId="" clId="Web-{CC0D6CA0-42B9-4388-942F-0B36CE6BA1DB}" dt="2024-03-25T13:48:48.600" v="14" actId="20577"/>
        <pc:sldMkLst>
          <pc:docMk/>
          <pc:sldMk cId="4199460777" sldId="383"/>
        </pc:sldMkLst>
        <pc:spChg chg="mod">
          <ac:chgData name="Tirsi Prebibaj" userId="" providerId="" clId="Web-{CC0D6CA0-42B9-4388-942F-0B36CE6BA1DB}" dt="2024-03-25T13:48:48.600" v="14" actId="20577"/>
          <ac:spMkLst>
            <pc:docMk/>
            <pc:sldMk cId="4199460777" sldId="383"/>
            <ac:spMk id="2" creationId="{15410C5A-137D-C18F-ED60-010A864C5F0E}"/>
          </ac:spMkLst>
        </pc:spChg>
        <pc:spChg chg="mod">
          <ac:chgData name="Tirsi Prebibaj" userId="" providerId="" clId="Web-{CC0D6CA0-42B9-4388-942F-0B36CE6BA1DB}" dt="2024-03-25T13:47:22.487" v="1" actId="1076"/>
          <ac:spMkLst>
            <pc:docMk/>
            <pc:sldMk cId="4199460777" sldId="383"/>
            <ac:spMk id="12" creationId="{6BB8C50C-F41B-81EA-7101-4F7BDB29217D}"/>
          </ac:spMkLst>
        </pc:spChg>
      </pc:sldChg>
    </pc:docChg>
  </pc:docChgLst>
  <pc:docChgLst>
    <pc:chgData name="Tirsi Prebibaj" clId="Web-{4C612F72-29EB-4242-8019-E1F45CA2ECB1}"/>
    <pc:docChg chg="modSld">
      <pc:chgData name="Tirsi Prebibaj" userId="" providerId="" clId="Web-{4C612F72-29EB-4242-8019-E1F45CA2ECB1}" dt="2024-03-25T09:52:54.188" v="150"/>
      <pc:docMkLst>
        <pc:docMk/>
      </pc:docMkLst>
      <pc:sldChg chg="modNotes">
        <pc:chgData name="Tirsi Prebibaj" userId="" providerId="" clId="Web-{4C612F72-29EB-4242-8019-E1F45CA2ECB1}" dt="2024-03-25T09:52:54.188" v="150"/>
        <pc:sldMkLst>
          <pc:docMk/>
          <pc:sldMk cId="3375492407" sldId="370"/>
        </pc:sldMkLst>
      </pc:sldChg>
      <pc:sldChg chg="modNotes">
        <pc:chgData name="Tirsi Prebibaj" userId="" providerId="" clId="Web-{4C612F72-29EB-4242-8019-E1F45CA2ECB1}" dt="2024-03-25T09:49:19.401" v="112"/>
        <pc:sldMkLst>
          <pc:docMk/>
          <pc:sldMk cId="1170239364" sldId="374"/>
        </pc:sldMkLst>
      </pc:sldChg>
      <pc:sldChg chg="modNotes">
        <pc:chgData name="Tirsi Prebibaj" userId="" providerId="" clId="Web-{4C612F72-29EB-4242-8019-E1F45CA2ECB1}" dt="2024-03-25T09:48:28.727" v="69"/>
        <pc:sldMkLst>
          <pc:docMk/>
          <pc:sldMk cId="2125874709" sldId="380"/>
        </pc:sldMkLst>
      </pc:sldChg>
      <pc:sldChg chg="modNotes">
        <pc:chgData name="Tirsi Prebibaj" userId="" providerId="" clId="Web-{4C612F72-29EB-4242-8019-E1F45CA2ECB1}" dt="2024-03-25T09:50:53.622" v="143"/>
        <pc:sldMkLst>
          <pc:docMk/>
          <pc:sldMk cId="2267497006" sldId="382"/>
        </pc:sldMkLst>
      </pc:sldChg>
      <pc:sldChg chg="modNotes">
        <pc:chgData name="Tirsi Prebibaj" userId="" providerId="" clId="Web-{4C612F72-29EB-4242-8019-E1F45CA2ECB1}" dt="2024-03-25T09:41:40.669" v="12"/>
        <pc:sldMkLst>
          <pc:docMk/>
          <pc:sldMk cId="4199460777" sldId="383"/>
        </pc:sldMkLst>
      </pc:sldChg>
      <pc:sldChg chg="modNotes">
        <pc:chgData name="Tirsi Prebibaj" userId="" providerId="" clId="Web-{4C612F72-29EB-4242-8019-E1F45CA2ECB1}" dt="2024-03-25T09:47:25.382" v="47"/>
        <pc:sldMkLst>
          <pc:docMk/>
          <pc:sldMk cId="538447202" sldId="393"/>
        </pc:sldMkLst>
      </pc:sldChg>
    </pc:docChg>
  </pc:docChgLst>
  <pc:docChgLst>
    <pc:chgData name="Tirsi Prebibaj" clId="Web-{6A8C3FB9-6D8A-466D-B24E-5B2FB23A731E}"/>
    <pc:docChg chg="modSld">
      <pc:chgData name="Tirsi Prebibaj" userId="" providerId="" clId="Web-{6A8C3FB9-6D8A-466D-B24E-5B2FB23A731E}" dt="2024-03-25T14:00:22.542" v="0"/>
      <pc:docMkLst>
        <pc:docMk/>
      </pc:docMkLst>
      <pc:sldChg chg="modAnim">
        <pc:chgData name="Tirsi Prebibaj" userId="" providerId="" clId="Web-{6A8C3FB9-6D8A-466D-B24E-5B2FB23A731E}" dt="2024-03-25T14:00:22.542" v="0"/>
        <pc:sldMkLst>
          <pc:docMk/>
          <pc:sldMk cId="2125874709" sldId="380"/>
        </pc:sldMkLst>
      </pc:sldChg>
    </pc:docChg>
  </pc:docChgLst>
  <pc:docChgLst>
    <pc:chgData name="Tirsi Prebibaj" clId="Web-{8EBAAA4A-2E50-490A-B2D4-D2907DFEF4E6}"/>
    <pc:docChg chg="addSld modSld modSection">
      <pc:chgData name="Tirsi Prebibaj" userId="" providerId="" clId="Web-{8EBAAA4A-2E50-490A-B2D4-D2907DFEF4E6}" dt="2023-11-20T08:05:01.547" v="194" actId="1076"/>
      <pc:docMkLst>
        <pc:docMk/>
      </pc:docMkLst>
      <pc:sldChg chg="addSp delSp modSp add replId delAnim">
        <pc:chgData name="Tirsi Prebibaj" userId="" providerId="" clId="Web-{8EBAAA4A-2E50-490A-B2D4-D2907DFEF4E6}" dt="2023-11-20T07:57:46.672" v="59" actId="1076"/>
        <pc:sldMkLst>
          <pc:docMk/>
          <pc:sldMk cId="3628014362" sldId="325"/>
        </pc:sldMkLst>
        <pc:spChg chg="mod">
          <ac:chgData name="Tirsi Prebibaj" userId="" providerId="" clId="Web-{8EBAAA4A-2E50-490A-B2D4-D2907DFEF4E6}" dt="2023-11-20T07:54:34.790" v="29" actId="20577"/>
          <ac:spMkLst>
            <pc:docMk/>
            <pc:sldMk cId="3628014362" sldId="325"/>
            <ac:spMk id="2" creationId="{9D6BE298-9D10-8777-E4CC-A0F2A5863D0B}"/>
          </ac:spMkLst>
        </pc:spChg>
        <pc:spChg chg="del">
          <ac:chgData name="Tirsi Prebibaj" userId="" providerId="" clId="Web-{8EBAAA4A-2E50-490A-B2D4-D2907DFEF4E6}" dt="2023-11-20T07:54:25.571" v="19"/>
          <ac:spMkLst>
            <pc:docMk/>
            <pc:sldMk cId="3628014362" sldId="325"/>
            <ac:spMk id="6" creationId="{14E66D50-731A-D448-B997-A22784850684}"/>
          </ac:spMkLst>
        </pc:spChg>
        <pc:spChg chg="del mod">
          <ac:chgData name="Tirsi Prebibaj" userId="" providerId="" clId="Web-{8EBAAA4A-2E50-490A-B2D4-D2907DFEF4E6}" dt="2023-11-20T07:57:22.827" v="54"/>
          <ac:spMkLst>
            <pc:docMk/>
            <pc:sldMk cId="3628014362" sldId="325"/>
            <ac:spMk id="8" creationId="{5A796F96-0BCC-25C8-535B-5E1F35601B03}"/>
          </ac:spMkLst>
        </pc:spChg>
        <pc:spChg chg="del">
          <ac:chgData name="Tirsi Prebibaj" userId="" providerId="" clId="Web-{8EBAAA4A-2E50-490A-B2D4-D2907DFEF4E6}" dt="2023-11-20T07:54:18.227" v="4"/>
          <ac:spMkLst>
            <pc:docMk/>
            <pc:sldMk cId="3628014362" sldId="325"/>
            <ac:spMk id="35" creationId="{4C2E098F-6A24-5DF8-EC35-F86358A3D446}"/>
          </ac:spMkLst>
        </pc:spChg>
        <pc:spChg chg="del">
          <ac:chgData name="Tirsi Prebibaj" userId="" providerId="" clId="Web-{8EBAAA4A-2E50-490A-B2D4-D2907DFEF4E6}" dt="2023-11-20T07:54:20.868" v="13"/>
          <ac:spMkLst>
            <pc:docMk/>
            <pc:sldMk cId="3628014362" sldId="325"/>
            <ac:spMk id="36" creationId="{34DB538A-E84E-8CD1-32A7-4D97F3F370FD}"/>
          </ac:spMkLst>
        </pc:spChg>
        <pc:spChg chg="del">
          <ac:chgData name="Tirsi Prebibaj" userId="" providerId="" clId="Web-{8EBAAA4A-2E50-490A-B2D4-D2907DFEF4E6}" dt="2023-11-20T07:54:18.227" v="3"/>
          <ac:spMkLst>
            <pc:docMk/>
            <pc:sldMk cId="3628014362" sldId="325"/>
            <ac:spMk id="41" creationId="{DCCB79E4-DAFE-DDD5-EDFD-3315F81C3153}"/>
          </ac:spMkLst>
        </pc:spChg>
        <pc:spChg chg="del">
          <ac:chgData name="Tirsi Prebibaj" userId="" providerId="" clId="Web-{8EBAAA4A-2E50-490A-B2D4-D2907DFEF4E6}" dt="2023-11-20T07:54:18.227" v="2"/>
          <ac:spMkLst>
            <pc:docMk/>
            <pc:sldMk cId="3628014362" sldId="325"/>
            <ac:spMk id="45" creationId="{7DC1C9D8-EC2F-AA6A-A7F4-843D5F909498}"/>
          </ac:spMkLst>
        </pc:spChg>
        <pc:spChg chg="del">
          <ac:chgData name="Tirsi Prebibaj" userId="" providerId="" clId="Web-{8EBAAA4A-2E50-490A-B2D4-D2907DFEF4E6}" dt="2023-11-20T07:54:20.868" v="10"/>
          <ac:spMkLst>
            <pc:docMk/>
            <pc:sldMk cId="3628014362" sldId="325"/>
            <ac:spMk id="49" creationId="{3776BF98-16E7-1BDB-7A04-59217C72E48B}"/>
          </ac:spMkLst>
        </pc:spChg>
        <pc:spChg chg="del">
          <ac:chgData name="Tirsi Prebibaj" userId="" providerId="" clId="Web-{8EBAAA4A-2E50-490A-B2D4-D2907DFEF4E6}" dt="2023-11-20T07:54:20.868" v="9"/>
          <ac:spMkLst>
            <pc:docMk/>
            <pc:sldMk cId="3628014362" sldId="325"/>
            <ac:spMk id="50" creationId="{A3CA02A3-248C-2E85-18F1-A41527CA2793}"/>
          </ac:spMkLst>
        </pc:spChg>
        <pc:spChg chg="del">
          <ac:chgData name="Tirsi Prebibaj" userId="" providerId="" clId="Web-{8EBAAA4A-2E50-490A-B2D4-D2907DFEF4E6}" dt="2023-11-20T07:54:18.227" v="1"/>
          <ac:spMkLst>
            <pc:docMk/>
            <pc:sldMk cId="3628014362" sldId="325"/>
            <ac:spMk id="53" creationId="{D6E832D1-715E-F729-3786-8A1CB13456A2}"/>
          </ac:spMkLst>
        </pc:spChg>
        <pc:spChg chg="del">
          <ac:chgData name="Tirsi Prebibaj" userId="" providerId="" clId="Web-{8EBAAA4A-2E50-490A-B2D4-D2907DFEF4E6}" dt="2023-11-20T07:54:23.384" v="15"/>
          <ac:spMkLst>
            <pc:docMk/>
            <pc:sldMk cId="3628014362" sldId="325"/>
            <ac:spMk id="57" creationId="{4CFE3E5B-538F-67B5-DAB2-AEB0A06F45AA}"/>
          </ac:spMkLst>
        </pc:spChg>
        <pc:picChg chg="add mod">
          <ac:chgData name="Tirsi Prebibaj" userId="" providerId="" clId="Web-{8EBAAA4A-2E50-490A-B2D4-D2907DFEF4E6}" dt="2023-11-20T07:55:45.793" v="37" actId="14100"/>
          <ac:picMkLst>
            <pc:docMk/>
            <pc:sldMk cId="3628014362" sldId="325"/>
            <ac:picMk id="3" creationId="{80C73141-FA60-CF3E-D0B8-727ABCF35BDA}"/>
          </ac:picMkLst>
        </pc:picChg>
        <pc:picChg chg="del">
          <ac:chgData name="Tirsi Prebibaj" userId="" providerId="" clId="Web-{8EBAAA4A-2E50-490A-B2D4-D2907DFEF4E6}" dt="2023-11-20T07:54:25.571" v="18"/>
          <ac:picMkLst>
            <pc:docMk/>
            <pc:sldMk cId="3628014362" sldId="325"/>
            <ac:picMk id="9" creationId="{9853F10A-A0CE-81C4-856E-7E873B58F6B1}"/>
          </ac:picMkLst>
        </pc:picChg>
        <pc:picChg chg="add mod">
          <ac:chgData name="Tirsi Prebibaj" userId="" providerId="" clId="Web-{8EBAAA4A-2E50-490A-B2D4-D2907DFEF4E6}" dt="2023-11-20T07:56:00.809" v="41" actId="1076"/>
          <ac:picMkLst>
            <pc:docMk/>
            <pc:sldMk cId="3628014362" sldId="325"/>
            <ac:picMk id="10" creationId="{1648ED61-1606-EFF2-644C-BEA12131734A}"/>
          </ac:picMkLst>
        </pc:picChg>
        <pc:picChg chg="add mod">
          <ac:chgData name="Tirsi Prebibaj" userId="" providerId="" clId="Web-{8EBAAA4A-2E50-490A-B2D4-D2907DFEF4E6}" dt="2023-11-20T07:56:35.841" v="46" actId="14100"/>
          <ac:picMkLst>
            <pc:docMk/>
            <pc:sldMk cId="3628014362" sldId="325"/>
            <ac:picMk id="11" creationId="{2D98C85F-64D5-BCCC-A890-B1007368BC79}"/>
          </ac:picMkLst>
        </pc:picChg>
        <pc:picChg chg="add mod">
          <ac:chgData name="Tirsi Prebibaj" userId="" providerId="" clId="Web-{8EBAAA4A-2E50-490A-B2D4-D2907DFEF4E6}" dt="2023-11-20T07:57:16.624" v="52" actId="1076"/>
          <ac:picMkLst>
            <pc:docMk/>
            <pc:sldMk cId="3628014362" sldId="325"/>
            <ac:picMk id="12" creationId="{C7E4A0A1-930C-4F04-4255-2B42A96BEFC8}"/>
          </ac:picMkLst>
        </pc:picChg>
        <pc:picChg chg="add mod">
          <ac:chgData name="Tirsi Prebibaj" userId="" providerId="" clId="Web-{8EBAAA4A-2E50-490A-B2D4-D2907DFEF4E6}" dt="2023-11-20T07:57:46.672" v="59" actId="1076"/>
          <ac:picMkLst>
            <pc:docMk/>
            <pc:sldMk cId="3628014362" sldId="325"/>
            <ac:picMk id="13" creationId="{314C6C95-ADEB-1B38-7DC1-FD73D393788D}"/>
          </ac:picMkLst>
        </pc:picChg>
        <pc:cxnChg chg="del">
          <ac:chgData name="Tirsi Prebibaj" userId="" providerId="" clId="Web-{8EBAAA4A-2E50-490A-B2D4-D2907DFEF4E6}" dt="2023-11-20T07:54:20.868" v="14"/>
          <ac:cxnSpMkLst>
            <pc:docMk/>
            <pc:sldMk cId="3628014362" sldId="325"/>
            <ac:cxnSpMk id="27" creationId="{BCFFE4FF-B92B-03EC-431E-76B1EF8F3AD0}"/>
          </ac:cxnSpMkLst>
        </pc:cxnChg>
        <pc:cxnChg chg="del">
          <ac:chgData name="Tirsi Prebibaj" userId="" providerId="" clId="Web-{8EBAAA4A-2E50-490A-B2D4-D2907DFEF4E6}" dt="2023-11-20T07:54:18.227" v="8"/>
          <ac:cxnSpMkLst>
            <pc:docMk/>
            <pc:sldMk cId="3628014362" sldId="325"/>
            <ac:cxnSpMk id="28" creationId="{2706DB59-4010-AA5D-993D-6596988C8590}"/>
          </ac:cxnSpMkLst>
        </pc:cxnChg>
        <pc:cxnChg chg="del">
          <ac:chgData name="Tirsi Prebibaj" userId="" providerId="" clId="Web-{8EBAAA4A-2E50-490A-B2D4-D2907DFEF4E6}" dt="2023-11-20T07:54:18.227" v="7"/>
          <ac:cxnSpMkLst>
            <pc:docMk/>
            <pc:sldMk cId="3628014362" sldId="325"/>
            <ac:cxnSpMk id="29" creationId="{A9122175-2464-EC24-6B75-24BC18486251}"/>
          </ac:cxnSpMkLst>
        </pc:cxnChg>
        <pc:cxnChg chg="del">
          <ac:chgData name="Tirsi Prebibaj" userId="" providerId="" clId="Web-{8EBAAA4A-2E50-490A-B2D4-D2907DFEF4E6}" dt="2023-11-20T07:54:18.227" v="6"/>
          <ac:cxnSpMkLst>
            <pc:docMk/>
            <pc:sldMk cId="3628014362" sldId="325"/>
            <ac:cxnSpMk id="30" creationId="{E55FD954-9627-E8B9-FEED-25FFA64693C3}"/>
          </ac:cxnSpMkLst>
        </pc:cxnChg>
        <pc:cxnChg chg="del">
          <ac:chgData name="Tirsi Prebibaj" userId="" providerId="" clId="Web-{8EBAAA4A-2E50-490A-B2D4-D2907DFEF4E6}" dt="2023-11-20T07:54:18.227" v="5"/>
          <ac:cxnSpMkLst>
            <pc:docMk/>
            <pc:sldMk cId="3628014362" sldId="325"/>
            <ac:cxnSpMk id="31" creationId="{2AE86165-F0E2-7850-2E63-8AE01EB190D0}"/>
          </ac:cxnSpMkLst>
        </pc:cxnChg>
        <pc:cxnChg chg="del">
          <ac:chgData name="Tirsi Prebibaj" userId="" providerId="" clId="Web-{8EBAAA4A-2E50-490A-B2D4-D2907DFEF4E6}" dt="2023-11-20T07:54:20.868" v="12"/>
          <ac:cxnSpMkLst>
            <pc:docMk/>
            <pc:sldMk cId="3628014362" sldId="325"/>
            <ac:cxnSpMk id="42" creationId="{AA39BFB8-C1F4-A697-9527-07E216CDE4E0}"/>
          </ac:cxnSpMkLst>
        </pc:cxnChg>
        <pc:cxnChg chg="del">
          <ac:chgData name="Tirsi Prebibaj" userId="" providerId="" clId="Web-{8EBAAA4A-2E50-490A-B2D4-D2907DFEF4E6}" dt="2023-11-20T07:54:23.399" v="17"/>
          <ac:cxnSpMkLst>
            <pc:docMk/>
            <pc:sldMk cId="3628014362" sldId="325"/>
            <ac:cxnSpMk id="43" creationId="{41FA2F4B-5D26-0C9C-A9A2-89783CAAA0BC}"/>
          </ac:cxnSpMkLst>
        </pc:cxnChg>
        <pc:cxnChg chg="del">
          <ac:chgData name="Tirsi Prebibaj" userId="" providerId="" clId="Web-{8EBAAA4A-2E50-490A-B2D4-D2907DFEF4E6}" dt="2023-11-20T07:54:20.868" v="11"/>
          <ac:cxnSpMkLst>
            <pc:docMk/>
            <pc:sldMk cId="3628014362" sldId="325"/>
            <ac:cxnSpMk id="46" creationId="{BFE80211-A139-F5E7-6659-DD40ADBB9D19}"/>
          </ac:cxnSpMkLst>
        </pc:cxnChg>
        <pc:cxnChg chg="del">
          <ac:chgData name="Tirsi Prebibaj" userId="" providerId="" clId="Web-{8EBAAA4A-2E50-490A-B2D4-D2907DFEF4E6}" dt="2023-11-20T07:54:23.399" v="16"/>
          <ac:cxnSpMkLst>
            <pc:docMk/>
            <pc:sldMk cId="3628014362" sldId="325"/>
            <ac:cxnSpMk id="55" creationId="{620E66DD-ED29-DE4D-990B-B9B4E6D4EE2B}"/>
          </ac:cxnSpMkLst>
        </pc:cxnChg>
      </pc:sldChg>
      <pc:sldChg chg="modSp new">
        <pc:chgData name="Tirsi Prebibaj" userId="" providerId="" clId="Web-{8EBAAA4A-2E50-490A-B2D4-D2907DFEF4E6}" dt="2023-11-20T07:56:45.342" v="48" actId="20577"/>
        <pc:sldMkLst>
          <pc:docMk/>
          <pc:sldMk cId="416283928" sldId="326"/>
        </pc:sldMkLst>
        <pc:spChg chg="mod">
          <ac:chgData name="Tirsi Prebibaj" userId="" providerId="" clId="Web-{8EBAAA4A-2E50-490A-B2D4-D2907DFEF4E6}" dt="2023-11-20T07:56:45.342" v="48" actId="20577"/>
          <ac:spMkLst>
            <pc:docMk/>
            <pc:sldMk cId="416283928" sldId="326"/>
            <ac:spMk id="3" creationId="{9B4EA87C-0E3F-B5F0-FD79-D2E343640951}"/>
          </ac:spMkLst>
        </pc:spChg>
      </pc:sldChg>
      <pc:sldChg chg="addSp delSp modSp new addAnim delAnim">
        <pc:chgData name="Tirsi Prebibaj" userId="" providerId="" clId="Web-{8EBAAA4A-2E50-490A-B2D4-D2907DFEF4E6}" dt="2023-11-20T08:05:01.547" v="194" actId="1076"/>
        <pc:sldMkLst>
          <pc:docMk/>
          <pc:sldMk cId="1100675199" sldId="327"/>
        </pc:sldMkLst>
        <pc:spChg chg="mod">
          <ac:chgData name="Tirsi Prebibaj" userId="" providerId="" clId="Web-{8EBAAA4A-2E50-490A-B2D4-D2907DFEF4E6}" dt="2023-11-20T07:58:01.766" v="64" actId="20577"/>
          <ac:spMkLst>
            <pc:docMk/>
            <pc:sldMk cId="1100675199" sldId="327"/>
            <ac:spMk id="2" creationId="{2D075689-02E7-8AED-8A62-B7C3D91FAC31}"/>
          </ac:spMkLst>
        </pc:spChg>
        <pc:spChg chg="del">
          <ac:chgData name="Tirsi Prebibaj" userId="" providerId="" clId="Web-{8EBAAA4A-2E50-490A-B2D4-D2907DFEF4E6}" dt="2023-11-20T07:57:58.125" v="62"/>
          <ac:spMkLst>
            <pc:docMk/>
            <pc:sldMk cId="1100675199" sldId="327"/>
            <ac:spMk id="3" creationId="{D6AE3DDD-88FF-F747-0390-A8ECC229A8EB}"/>
          </ac:spMkLst>
        </pc:spChg>
        <pc:spChg chg="del">
          <ac:chgData name="Tirsi Prebibaj" userId="" providerId="" clId="Web-{8EBAAA4A-2E50-490A-B2D4-D2907DFEF4E6}" dt="2023-11-20T07:57:58.125" v="61"/>
          <ac:spMkLst>
            <pc:docMk/>
            <pc:sldMk cId="1100675199" sldId="327"/>
            <ac:spMk id="4" creationId="{4CFEC7E4-002A-3C93-5F05-0CF877923AB1}"/>
          </ac:spMkLst>
        </pc:spChg>
        <pc:spChg chg="add del mod">
          <ac:chgData name="Tirsi Prebibaj" userId="" providerId="" clId="Web-{8EBAAA4A-2E50-490A-B2D4-D2907DFEF4E6}" dt="2023-11-20T07:58:15.767" v="68"/>
          <ac:spMkLst>
            <pc:docMk/>
            <pc:sldMk cId="1100675199" sldId="327"/>
            <ac:spMk id="7" creationId="{A42B22F5-699C-749D-FE2E-1F10401F99F7}"/>
          </ac:spMkLst>
        </pc:spChg>
        <pc:spChg chg="add mod">
          <ac:chgData name="Tirsi Prebibaj" userId="" providerId="" clId="Web-{8EBAAA4A-2E50-490A-B2D4-D2907DFEF4E6}" dt="2023-11-20T08:05:01.547" v="194" actId="1076"/>
          <ac:spMkLst>
            <pc:docMk/>
            <pc:sldMk cId="1100675199" sldId="327"/>
            <ac:spMk id="9" creationId="{BA6B0112-253C-D4C1-1021-8C07F8D11EC8}"/>
          </ac:spMkLst>
        </pc:spChg>
        <pc:picChg chg="add mod">
          <ac:chgData name="Tirsi Prebibaj" userId="" providerId="" clId="Web-{8EBAAA4A-2E50-490A-B2D4-D2907DFEF4E6}" dt="2023-11-20T08:00:26.084" v="106" actId="1076"/>
          <ac:picMkLst>
            <pc:docMk/>
            <pc:sldMk cId="1100675199" sldId="327"/>
            <ac:picMk id="10" creationId="{4D40A9BE-0A38-543F-F26A-E0F0EF70993F}"/>
          </ac:picMkLst>
        </pc:picChg>
      </pc:sldChg>
    </pc:docChg>
  </pc:docChgLst>
  <pc:docChgLst>
    <pc:chgData name="Tirsi Prebibaj" clId="Web-{1A9019A3-3119-4848-A44F-495F648B87E0}"/>
    <pc:docChg chg="modSld">
      <pc:chgData name="Tirsi Prebibaj" userId="" providerId="" clId="Web-{1A9019A3-3119-4848-A44F-495F648B87E0}" dt="2024-03-15T16:40:20.392" v="524" actId="20577"/>
      <pc:docMkLst>
        <pc:docMk/>
      </pc:docMkLst>
      <pc:sldChg chg="addSp delSp modSp">
        <pc:chgData name="Tirsi Prebibaj" userId="" providerId="" clId="Web-{1A9019A3-3119-4848-A44F-495F648B87E0}" dt="2024-03-15T16:40:20.392" v="524" actId="20577"/>
        <pc:sldMkLst>
          <pc:docMk/>
          <pc:sldMk cId="4069672305" sldId="362"/>
        </pc:sldMkLst>
        <pc:spChg chg="mod">
          <ac:chgData name="Tirsi Prebibaj" userId="" providerId="" clId="Web-{1A9019A3-3119-4848-A44F-495F648B87E0}" dt="2024-03-15T16:40:20.392" v="524" actId="20577"/>
          <ac:spMkLst>
            <pc:docMk/>
            <pc:sldMk cId="4069672305" sldId="362"/>
            <ac:spMk id="3" creationId="{51E4999B-6F1A-0519-0176-AC211CBFA6F2}"/>
          </ac:spMkLst>
        </pc:spChg>
        <pc:inkChg chg="add">
          <ac:chgData name="Tirsi Prebibaj" userId="" providerId="" clId="Web-{1A9019A3-3119-4848-A44F-495F648B87E0}" dt="2024-03-15T16:34:06.100" v="251"/>
          <ac:inkMkLst>
            <pc:docMk/>
            <pc:sldMk cId="4069672305" sldId="362"/>
            <ac:inkMk id="4" creationId="{DE9BC7A7-3E9A-4B07-361E-7ACD46AC9715}"/>
          </ac:inkMkLst>
        </pc:inkChg>
        <pc:inkChg chg="add del">
          <ac:chgData name="Tirsi Prebibaj" userId="" providerId="" clId="Web-{1A9019A3-3119-4848-A44F-495F648B87E0}" dt="2024-03-15T16:34:18.601" v="257"/>
          <ac:inkMkLst>
            <pc:docMk/>
            <pc:sldMk cId="4069672305" sldId="362"/>
            <ac:inkMk id="5" creationId="{D84A60E8-79D0-9A16-6B99-3F530D8853BC}"/>
          </ac:inkMkLst>
        </pc:inkChg>
        <pc:inkChg chg="add del">
          <ac:chgData name="Tirsi Prebibaj" userId="" providerId="" clId="Web-{1A9019A3-3119-4848-A44F-495F648B87E0}" dt="2024-03-15T16:34:16.054" v="256"/>
          <ac:inkMkLst>
            <pc:docMk/>
            <pc:sldMk cId="4069672305" sldId="362"/>
            <ac:inkMk id="6" creationId="{3F5637B0-8F20-22BA-7BAA-948498408B5B}"/>
          </ac:inkMkLst>
        </pc:inkChg>
        <pc:inkChg chg="add del">
          <ac:chgData name="Tirsi Prebibaj" userId="" providerId="" clId="Web-{1A9019A3-3119-4848-A44F-495F648B87E0}" dt="2024-03-15T16:34:12.991" v="255"/>
          <ac:inkMkLst>
            <pc:docMk/>
            <pc:sldMk cId="4069672305" sldId="362"/>
            <ac:inkMk id="7" creationId="{3DD7B363-B845-F412-5C2A-C015FB8992AF}"/>
          </ac:inkMkLst>
        </pc:inkChg>
      </pc:sldChg>
    </pc:docChg>
  </pc:docChgLst>
  <pc:docChgLst>
    <pc:chgData name="Tirsi Prebibaj" clId="Web-{0E385977-7273-495F-A3A2-6293A6B7F61C}"/>
    <pc:docChg chg="modSld">
      <pc:chgData name="Tirsi Prebibaj" userId="" providerId="" clId="Web-{0E385977-7273-495F-A3A2-6293A6B7F61C}" dt="2024-03-25T13:25:32.590" v="92"/>
      <pc:docMkLst>
        <pc:docMk/>
      </pc:docMkLst>
      <pc:sldChg chg="addSp delSp modSp">
        <pc:chgData name="Tirsi Prebibaj" userId="" providerId="" clId="Web-{0E385977-7273-495F-A3A2-6293A6B7F61C}" dt="2024-03-25T13:22:19.523" v="49" actId="20577"/>
        <pc:sldMkLst>
          <pc:docMk/>
          <pc:sldMk cId="3621187992" sldId="376"/>
        </pc:sldMkLst>
        <pc:spChg chg="add del mod">
          <ac:chgData name="Tirsi Prebibaj" userId="" providerId="" clId="Web-{0E385977-7273-495F-A3A2-6293A6B7F61C}" dt="2024-03-25T13:22:19.523" v="49" actId="20577"/>
          <ac:spMkLst>
            <pc:docMk/>
            <pc:sldMk cId="3621187992" sldId="376"/>
            <ac:spMk id="2" creationId="{10F98A94-B671-E78F-7F7E-B1DFF0ADEA9F}"/>
          </ac:spMkLst>
        </pc:spChg>
        <pc:spChg chg="add del mod">
          <ac:chgData name="Tirsi Prebibaj" userId="" providerId="" clId="Web-{0E385977-7273-495F-A3A2-6293A6B7F61C}" dt="2024-03-25T13:06:33.774" v="6"/>
          <ac:spMkLst>
            <pc:docMk/>
            <pc:sldMk cId="3621187992" sldId="376"/>
            <ac:spMk id="7" creationId="{7D3B1C3A-64C6-B26F-4EE2-B9BC1874A686}"/>
          </ac:spMkLst>
        </pc:spChg>
      </pc:sldChg>
      <pc:sldChg chg="modSp">
        <pc:chgData name="Tirsi Prebibaj" userId="" providerId="" clId="Web-{0E385977-7273-495F-A3A2-6293A6B7F61C}" dt="2024-03-25T12:57:22.065" v="4" actId="1076"/>
        <pc:sldMkLst>
          <pc:docMk/>
          <pc:sldMk cId="2125874709" sldId="380"/>
        </pc:sldMkLst>
        <pc:spChg chg="mod">
          <ac:chgData name="Tirsi Prebibaj" userId="" providerId="" clId="Web-{0E385977-7273-495F-A3A2-6293A6B7F61C}" dt="2024-03-25T12:57:22.065" v="4" actId="1076"/>
          <ac:spMkLst>
            <pc:docMk/>
            <pc:sldMk cId="2125874709" sldId="380"/>
            <ac:spMk id="4" creationId="{61BE83B8-225B-ED94-0CCF-7350C665C0D2}"/>
          </ac:spMkLst>
        </pc:spChg>
      </pc:sldChg>
      <pc:sldChg chg="addSp modSp addAnim delAnim modAnim modNotes">
        <pc:chgData name="Tirsi Prebibaj" userId="" providerId="" clId="Web-{0E385977-7273-495F-A3A2-6293A6B7F61C}" dt="2024-03-25T13:25:32.590" v="92"/>
        <pc:sldMkLst>
          <pc:docMk/>
          <pc:sldMk cId="421842917" sldId="390"/>
        </pc:sldMkLst>
        <pc:spChg chg="add mod">
          <ac:chgData name="Tirsi Prebibaj" userId="" providerId="" clId="Web-{0E385977-7273-495F-A3A2-6293A6B7F61C}" dt="2024-03-25T13:24:34.323" v="87" actId="1076"/>
          <ac:spMkLst>
            <pc:docMk/>
            <pc:sldMk cId="421842917" sldId="390"/>
            <ac:spMk id="8" creationId="{8728874B-5CD8-4995-B358-9AEBFF266D4B}"/>
          </ac:spMkLst>
        </pc:spChg>
        <pc:spChg chg="mod">
          <ac:chgData name="Tirsi Prebibaj" userId="" providerId="" clId="Web-{0E385977-7273-495F-A3A2-6293A6B7F61C}" dt="2024-03-25T13:24:00.104" v="83" actId="20577"/>
          <ac:spMkLst>
            <pc:docMk/>
            <pc:sldMk cId="421842917" sldId="390"/>
            <ac:spMk id="22" creationId="{B3CE1177-692D-2E4C-21D9-3F5B67EF5960}"/>
          </ac:spMkLst>
        </pc:spChg>
        <pc:cxnChg chg="add mod">
          <ac:chgData name="Tirsi Prebibaj" userId="" providerId="" clId="Web-{0E385977-7273-495F-A3A2-6293A6B7F61C}" dt="2024-03-25T13:24:34.307" v="86" actId="1076"/>
          <ac:cxnSpMkLst>
            <pc:docMk/>
            <pc:sldMk cId="421842917" sldId="390"/>
            <ac:cxnSpMk id="6" creationId="{F4377BB4-A6DB-8BF1-F8A3-D0351E392ACF}"/>
          </ac:cxnSpMkLst>
        </pc:cxnChg>
      </pc:sldChg>
      <pc:sldChg chg="addSp delSp">
        <pc:chgData name="Tirsi Prebibaj" userId="" providerId="" clId="Web-{0E385977-7273-495F-A3A2-6293A6B7F61C}" dt="2024-03-25T12:57:04.158" v="2"/>
        <pc:sldMkLst>
          <pc:docMk/>
          <pc:sldMk cId="3884587515" sldId="405"/>
        </pc:sldMkLst>
        <pc:spChg chg="add del">
          <ac:chgData name="Tirsi Prebibaj" userId="" providerId="" clId="Web-{0E385977-7273-495F-A3A2-6293A6B7F61C}" dt="2024-03-25T12:57:04.158" v="2"/>
          <ac:spMkLst>
            <pc:docMk/>
            <pc:sldMk cId="3884587515" sldId="405"/>
            <ac:spMk id="9" creationId="{23432A03-70D5-482D-1D35-FC109F0C6522}"/>
          </ac:spMkLst>
        </pc:spChg>
      </pc:sldChg>
    </pc:docChg>
  </pc:docChgLst>
  <pc:docChgLst>
    <pc:chgData name="Tirsi Prebibaj" clId="Web-{CC32C358-509C-4036-8E5A-4630C3B5BEC7}"/>
    <pc:docChg chg="modSld">
      <pc:chgData name="Tirsi Prebibaj" userId="" providerId="" clId="Web-{CC32C358-509C-4036-8E5A-4630C3B5BEC7}" dt="2024-03-27T14:19:50.828" v="28" actId="1076"/>
      <pc:docMkLst>
        <pc:docMk/>
      </pc:docMkLst>
      <pc:sldChg chg="addSp modSp">
        <pc:chgData name="Tirsi Prebibaj" userId="" providerId="" clId="Web-{CC32C358-509C-4036-8E5A-4630C3B5BEC7}" dt="2024-03-27T14:19:50.828" v="28" actId="1076"/>
        <pc:sldMkLst>
          <pc:docMk/>
          <pc:sldMk cId="2125874709" sldId="380"/>
        </pc:sldMkLst>
        <pc:spChg chg="add mod">
          <ac:chgData name="Tirsi Prebibaj" userId="" providerId="" clId="Web-{CC32C358-509C-4036-8E5A-4630C3B5BEC7}" dt="2024-03-27T14:19:50.828" v="28" actId="1076"/>
          <ac:spMkLst>
            <pc:docMk/>
            <pc:sldMk cId="2125874709" sldId="380"/>
            <ac:spMk id="7" creationId="{DCEA4BC2-611E-7307-A93B-22FBBE78E994}"/>
          </ac:spMkLst>
        </pc:spChg>
        <pc:picChg chg="mod">
          <ac:chgData name="Tirsi Prebibaj" userId="" providerId="" clId="Web-{CC32C358-509C-4036-8E5A-4630C3B5BEC7}" dt="2024-03-27T14:18:02.374" v="1" actId="1076"/>
          <ac:picMkLst>
            <pc:docMk/>
            <pc:sldMk cId="2125874709" sldId="380"/>
            <ac:picMk id="3" creationId="{A9BA9139-E293-59C4-E115-24091707F9F2}"/>
          </ac:picMkLst>
        </pc:picChg>
      </pc:sldChg>
    </pc:docChg>
  </pc:docChgLst>
  <pc:docChgLst>
    <pc:chgData name="Tirsi Prebibaj" clId="Web-{D1A48CBB-23F7-45A4-A0B5-A9AA1DBBC7A7}"/>
    <pc:docChg chg="addSld modSld modSection">
      <pc:chgData name="Tirsi Prebibaj" userId="" providerId="" clId="Web-{D1A48CBB-23F7-45A4-A0B5-A9AA1DBBC7A7}" dt="2023-11-14T13:32:02.959" v="318" actId="20577"/>
      <pc:docMkLst>
        <pc:docMk/>
      </pc:docMkLst>
      <pc:sldChg chg="modSp add">
        <pc:chgData name="Tirsi Prebibaj" userId="" providerId="" clId="Web-{D1A48CBB-23F7-45A4-A0B5-A9AA1DBBC7A7}" dt="2023-11-14T13:32:02.959" v="318" actId="20577"/>
        <pc:sldMkLst>
          <pc:docMk/>
          <pc:sldMk cId="2566097359" sldId="322"/>
        </pc:sldMkLst>
        <pc:spChg chg="mod">
          <ac:chgData name="Tirsi Prebibaj" userId="" providerId="" clId="Web-{D1A48CBB-23F7-45A4-A0B5-A9AA1DBBC7A7}" dt="2023-11-14T13:30:49.924" v="246" actId="20577"/>
          <ac:spMkLst>
            <pc:docMk/>
            <pc:sldMk cId="2566097359" sldId="322"/>
            <ac:spMk id="2" creationId="{ECFC04D1-56A0-E0B6-9195-89D4658A01AE}"/>
          </ac:spMkLst>
        </pc:spChg>
        <pc:spChg chg="mod">
          <ac:chgData name="Tirsi Prebibaj" userId="" providerId="" clId="Web-{D1A48CBB-23F7-45A4-A0B5-A9AA1DBBC7A7}" dt="2023-11-14T13:32:02.959" v="318" actId="20577"/>
          <ac:spMkLst>
            <pc:docMk/>
            <pc:sldMk cId="2566097359" sldId="322"/>
            <ac:spMk id="3" creationId="{51E4999B-6F1A-0519-0176-AC211CBFA6F2}"/>
          </ac:spMkLst>
        </pc:spChg>
      </pc:sldChg>
    </pc:docChg>
  </pc:docChgLst>
  <pc:docChgLst>
    <pc:chgData name="Tirsi Prebibaj" clId="Web-{A82CC6A1-1339-4527-BB53-034D5C13DFE3}"/>
    <pc:docChg chg="modSld">
      <pc:chgData name="Tirsi Prebibaj" userId="" providerId="" clId="Web-{A82CC6A1-1339-4527-BB53-034D5C13DFE3}" dt="2024-03-26T08:04:34.839" v="36" actId="14100"/>
      <pc:docMkLst>
        <pc:docMk/>
      </pc:docMkLst>
      <pc:sldChg chg="modSp">
        <pc:chgData name="Tirsi Prebibaj" userId="" providerId="" clId="Web-{A82CC6A1-1339-4527-BB53-034D5C13DFE3}" dt="2024-03-26T08:04:34.839" v="36" actId="14100"/>
        <pc:sldMkLst>
          <pc:docMk/>
          <pc:sldMk cId="260791214" sldId="341"/>
        </pc:sldMkLst>
        <pc:spChg chg="mod">
          <ac:chgData name="Tirsi Prebibaj" userId="" providerId="" clId="Web-{A82CC6A1-1339-4527-BB53-034D5C13DFE3}" dt="2024-03-26T08:04:34.839" v="36" actId="14100"/>
          <ac:spMkLst>
            <pc:docMk/>
            <pc:sldMk cId="260791214" sldId="341"/>
            <ac:spMk id="7" creationId="{21D57FAA-91C4-E564-1A29-10526A877500}"/>
          </ac:spMkLst>
        </pc:spChg>
      </pc:sldChg>
      <pc:sldChg chg="modSp">
        <pc:chgData name="Tirsi Prebibaj" userId="" providerId="" clId="Web-{A82CC6A1-1339-4527-BB53-034D5C13DFE3}" dt="2024-03-26T08:02:46.960" v="5" actId="20577"/>
        <pc:sldMkLst>
          <pc:docMk/>
          <pc:sldMk cId="3375492407" sldId="370"/>
        </pc:sldMkLst>
        <pc:spChg chg="mod">
          <ac:chgData name="Tirsi Prebibaj" userId="" providerId="" clId="Web-{A82CC6A1-1339-4527-BB53-034D5C13DFE3}" dt="2024-03-26T08:02:46.960" v="5" actId="20577"/>
          <ac:spMkLst>
            <pc:docMk/>
            <pc:sldMk cId="3375492407" sldId="370"/>
            <ac:spMk id="11" creationId="{4BA9BCD7-9238-556C-3696-2DFD18E3E8EC}"/>
          </ac:spMkLst>
        </pc:spChg>
      </pc:sldChg>
      <pc:sldChg chg="modSp">
        <pc:chgData name="Tirsi Prebibaj" userId="" providerId="" clId="Web-{A82CC6A1-1339-4527-BB53-034D5C13DFE3}" dt="2024-03-26T08:03:56.432" v="27" actId="1076"/>
        <pc:sldMkLst>
          <pc:docMk/>
          <pc:sldMk cId="2804093168" sldId="371"/>
        </pc:sldMkLst>
        <pc:spChg chg="mod">
          <ac:chgData name="Tirsi Prebibaj" userId="" providerId="" clId="Web-{A82CC6A1-1339-4527-BB53-034D5C13DFE3}" dt="2024-03-26T08:03:56.432" v="27" actId="1076"/>
          <ac:spMkLst>
            <pc:docMk/>
            <pc:sldMk cId="2804093168" sldId="371"/>
            <ac:spMk id="6" creationId="{1C266E16-27F0-8FA8-1848-B9C0B818E052}"/>
          </ac:spMkLst>
        </pc:spChg>
        <pc:spChg chg="mod">
          <ac:chgData name="Tirsi Prebibaj" userId="" providerId="" clId="Web-{A82CC6A1-1339-4527-BB53-034D5C13DFE3}" dt="2024-03-26T08:03:18.805" v="11" actId="1076"/>
          <ac:spMkLst>
            <pc:docMk/>
            <pc:sldMk cId="2804093168" sldId="371"/>
            <ac:spMk id="12" creationId="{09E0E883-2B23-7FA0-3F7C-7CDCCD780CD0}"/>
          </ac:spMkLst>
        </pc:spChg>
      </pc:sldChg>
      <pc:sldChg chg="modSp">
        <pc:chgData name="Tirsi Prebibaj" userId="" providerId="" clId="Web-{A82CC6A1-1339-4527-BB53-034D5C13DFE3}" dt="2024-03-26T08:01:21.754" v="2" actId="1076"/>
        <pc:sldMkLst>
          <pc:docMk/>
          <pc:sldMk cId="2125874709" sldId="380"/>
        </pc:sldMkLst>
        <pc:spChg chg="mod">
          <ac:chgData name="Tirsi Prebibaj" userId="" providerId="" clId="Web-{A82CC6A1-1339-4527-BB53-034D5C13DFE3}" dt="2024-03-26T08:01:21.754" v="2" actId="1076"/>
          <ac:spMkLst>
            <pc:docMk/>
            <pc:sldMk cId="2125874709" sldId="380"/>
            <ac:spMk id="10" creationId="{D5FF9641-B6FF-1AB0-F1EA-B346103E9EC9}"/>
          </ac:spMkLst>
        </pc:spChg>
      </pc:sldChg>
      <pc:sldChg chg="modSp">
        <pc:chgData name="Tirsi Prebibaj" userId="" providerId="" clId="Web-{A82CC6A1-1339-4527-BB53-034D5C13DFE3}" dt="2024-03-26T08:00:35.972" v="0" actId="1076"/>
        <pc:sldMkLst>
          <pc:docMk/>
          <pc:sldMk cId="421842917" sldId="390"/>
        </pc:sldMkLst>
        <pc:spChg chg="mod">
          <ac:chgData name="Tirsi Prebibaj" userId="" providerId="" clId="Web-{A82CC6A1-1339-4527-BB53-034D5C13DFE3}" dt="2024-03-26T08:00:35.972" v="0" actId="1076"/>
          <ac:spMkLst>
            <pc:docMk/>
            <pc:sldMk cId="421842917" sldId="390"/>
            <ac:spMk id="22" creationId="{B3CE1177-692D-2E4C-21D9-3F5B67EF5960}"/>
          </ac:spMkLst>
        </pc:spChg>
      </pc:sldChg>
      <pc:sldChg chg="modSp">
        <pc:chgData name="Tirsi Prebibaj" userId="" providerId="" clId="Web-{A82CC6A1-1339-4527-BB53-034D5C13DFE3}" dt="2024-03-26T08:01:11.238" v="1" actId="1076"/>
        <pc:sldMkLst>
          <pc:docMk/>
          <pc:sldMk cId="538447202" sldId="393"/>
        </pc:sldMkLst>
        <pc:picChg chg="mod">
          <ac:chgData name="Tirsi Prebibaj" userId="" providerId="" clId="Web-{A82CC6A1-1339-4527-BB53-034D5C13DFE3}" dt="2024-03-26T08:01:11.238" v="1" actId="1076"/>
          <ac:picMkLst>
            <pc:docMk/>
            <pc:sldMk cId="538447202" sldId="393"/>
            <ac:picMk id="1026" creationId="{21133679-95F9-CBB8-AF3B-05D3DE00BF01}"/>
          </ac:picMkLst>
        </pc:picChg>
      </pc:sldChg>
    </pc:docChg>
  </pc:docChgLst>
  <pc:docChgLst>
    <pc:chgData name="Tirsi Prebibaj" clId="Web-{849C7992-1738-4C2D-B2CF-6AE2550019CF}"/>
    <pc:docChg chg="modSld">
      <pc:chgData name="Tirsi Prebibaj" userId="" providerId="" clId="Web-{849C7992-1738-4C2D-B2CF-6AE2550019CF}" dt="2024-03-20T14:46:20.156" v="267"/>
      <pc:docMkLst>
        <pc:docMk/>
      </pc:docMkLst>
      <pc:sldChg chg="modNotes">
        <pc:chgData name="Tirsi Prebibaj" userId="" providerId="" clId="Web-{849C7992-1738-4C2D-B2CF-6AE2550019CF}" dt="2024-03-20T14:46:14.312" v="263"/>
        <pc:sldMkLst>
          <pc:docMk/>
          <pc:sldMk cId="1853143229" sldId="372"/>
        </pc:sldMkLst>
      </pc:sldChg>
      <pc:sldChg chg="modSp modNotes">
        <pc:chgData name="Tirsi Prebibaj" userId="" providerId="" clId="Web-{849C7992-1738-4C2D-B2CF-6AE2550019CF}" dt="2024-03-20T14:41:04.911" v="116" actId="20577"/>
        <pc:sldMkLst>
          <pc:docMk/>
          <pc:sldMk cId="1170239364" sldId="374"/>
        </pc:sldMkLst>
        <pc:spChg chg="mod">
          <ac:chgData name="Tirsi Prebibaj" userId="" providerId="" clId="Web-{849C7992-1738-4C2D-B2CF-6AE2550019CF}" dt="2024-03-20T14:41:04.911" v="116" actId="20577"/>
          <ac:spMkLst>
            <pc:docMk/>
            <pc:sldMk cId="1170239364" sldId="374"/>
            <ac:spMk id="10" creationId="{E5BB3781-89C2-95F9-9305-20E0D5BD31EA}"/>
          </ac:spMkLst>
        </pc:spChg>
      </pc:sldChg>
      <pc:sldChg chg="modNotes">
        <pc:chgData name="Tirsi Prebibaj" userId="" providerId="" clId="Web-{849C7992-1738-4C2D-B2CF-6AE2550019CF}" dt="2024-03-20T14:35:48.776" v="15"/>
        <pc:sldMkLst>
          <pc:docMk/>
          <pc:sldMk cId="2125874709" sldId="380"/>
        </pc:sldMkLst>
      </pc:sldChg>
      <pc:sldChg chg="modNotes">
        <pc:chgData name="Tirsi Prebibaj" userId="" providerId="" clId="Web-{849C7992-1738-4C2D-B2CF-6AE2550019CF}" dt="2024-03-20T14:38:48.141" v="84"/>
        <pc:sldMkLst>
          <pc:docMk/>
          <pc:sldMk cId="3185685663" sldId="381"/>
        </pc:sldMkLst>
      </pc:sldChg>
      <pc:sldChg chg="modNotes">
        <pc:chgData name="Tirsi Prebibaj" userId="" providerId="" clId="Web-{849C7992-1738-4C2D-B2CF-6AE2550019CF}" dt="2024-03-20T14:43:06.165" v="220"/>
        <pc:sldMkLst>
          <pc:docMk/>
          <pc:sldMk cId="2267497006" sldId="382"/>
        </pc:sldMkLst>
      </pc:sldChg>
      <pc:sldChg chg="modNotes">
        <pc:chgData name="Tirsi Prebibaj" userId="" providerId="" clId="Web-{849C7992-1738-4C2D-B2CF-6AE2550019CF}" dt="2024-03-20T14:44:55.825" v="239"/>
        <pc:sldMkLst>
          <pc:docMk/>
          <pc:sldMk cId="4199460777" sldId="383"/>
        </pc:sldMkLst>
      </pc:sldChg>
      <pc:sldChg chg="modNotes">
        <pc:chgData name="Tirsi Prebibaj" userId="" providerId="" clId="Web-{849C7992-1738-4C2D-B2CF-6AE2550019CF}" dt="2024-03-20T14:46:20.156" v="267"/>
        <pc:sldMkLst>
          <pc:docMk/>
          <pc:sldMk cId="3884587515" sldId="405"/>
        </pc:sldMkLst>
      </pc:sldChg>
    </pc:docChg>
  </pc:docChgLst>
  <pc:docChgLst>
    <pc:chgData name="Tirsi Prebibaj" clId="Web-{53D69064-9337-4492-9B0E-BD8629CB275D}"/>
    <pc:docChg chg="modSld">
      <pc:chgData name="Tirsi Prebibaj" userId="" providerId="" clId="Web-{53D69064-9337-4492-9B0E-BD8629CB275D}" dt="2024-03-25T09:05:45.855" v="1" actId="20577"/>
      <pc:docMkLst>
        <pc:docMk/>
      </pc:docMkLst>
      <pc:sldChg chg="modSp">
        <pc:chgData name="Tirsi Prebibaj" userId="" providerId="" clId="Web-{53D69064-9337-4492-9B0E-BD8629CB275D}" dt="2024-03-25T09:05:45.855" v="1" actId="20577"/>
        <pc:sldMkLst>
          <pc:docMk/>
          <pc:sldMk cId="2804093168" sldId="371"/>
        </pc:sldMkLst>
        <pc:spChg chg="mod">
          <ac:chgData name="Tirsi Prebibaj" userId="" providerId="" clId="Web-{53D69064-9337-4492-9B0E-BD8629CB275D}" dt="2024-03-25T09:05:45.855" v="1" actId="20577"/>
          <ac:spMkLst>
            <pc:docMk/>
            <pc:sldMk cId="2804093168" sldId="371"/>
            <ac:spMk id="2" creationId="{754A644B-0E71-3B25-655F-B10CEFF0489F}"/>
          </ac:spMkLst>
        </pc:spChg>
      </pc:sldChg>
    </pc:docChg>
  </pc:docChgLst>
  <pc:docChgLst>
    <pc:chgData name="Tirsi Prebibaj" userId="+GYLHarxZ+dPTLHn7NL7dVppsqJUwCwiKXJTVYlMKO0=" providerId="None" clId="Web-{2306F054-1CE9-4D49-BB9B-20431F6332F5}"/>
    <pc:docChg chg="modSld">
      <pc:chgData name="Tirsi Prebibaj" userId="+GYLHarxZ+dPTLHn7NL7dVppsqJUwCwiKXJTVYlMKO0=" providerId="None" clId="Web-{2306F054-1CE9-4D49-BB9B-20431F6332F5}" dt="2024-08-21T09:33:14.976" v="578" actId="20577"/>
      <pc:docMkLst>
        <pc:docMk/>
      </pc:docMkLst>
      <pc:sldChg chg="modSp">
        <pc:chgData name="Tirsi Prebibaj" userId="+GYLHarxZ+dPTLHn7NL7dVppsqJUwCwiKXJTVYlMKO0=" providerId="None" clId="Web-{2306F054-1CE9-4D49-BB9B-20431F6332F5}" dt="2024-08-21T08:21:55.376" v="3" actId="20577"/>
        <pc:sldMkLst>
          <pc:docMk/>
          <pc:sldMk cId="2587703621" sldId="373"/>
        </pc:sldMkLst>
        <pc:spChg chg="mod">
          <ac:chgData name="Tirsi Prebibaj" userId="+GYLHarxZ+dPTLHn7NL7dVppsqJUwCwiKXJTVYlMKO0=" providerId="None" clId="Web-{2306F054-1CE9-4D49-BB9B-20431F6332F5}" dt="2024-08-21T08:21:55.376" v="3" actId="20577"/>
          <ac:spMkLst>
            <pc:docMk/>
            <pc:sldMk cId="2587703621" sldId="373"/>
            <ac:spMk id="4" creationId="{0888391B-CAAB-8EDB-CA30-AF87F9533E97}"/>
          </ac:spMkLst>
        </pc:spChg>
      </pc:sldChg>
      <pc:sldChg chg="addSp delSp modSp addAnim delAnim">
        <pc:chgData name="Tirsi Prebibaj" userId="+GYLHarxZ+dPTLHn7NL7dVppsqJUwCwiKXJTVYlMKO0=" providerId="None" clId="Web-{2306F054-1CE9-4D49-BB9B-20431F6332F5}" dt="2024-08-21T09:16:48.569" v="568" actId="20577"/>
        <pc:sldMkLst>
          <pc:docMk/>
          <pc:sldMk cId="2267497006" sldId="382"/>
        </pc:sldMkLst>
        <pc:spChg chg="del mod">
          <ac:chgData name="Tirsi Prebibaj" userId="+GYLHarxZ+dPTLHn7NL7dVppsqJUwCwiKXJTVYlMKO0=" providerId="None" clId="Web-{2306F054-1CE9-4D49-BB9B-20431F6332F5}" dt="2024-08-21T08:45:11.960" v="224"/>
          <ac:spMkLst>
            <pc:docMk/>
            <pc:sldMk cId="2267497006" sldId="382"/>
            <ac:spMk id="3" creationId="{E49218B3-7CB0-BD29-F0D7-68492A1E58B0}"/>
          </ac:spMkLst>
        </pc:spChg>
        <pc:spChg chg="add mod">
          <ac:chgData name="Tirsi Prebibaj" userId="+GYLHarxZ+dPTLHn7NL7dVppsqJUwCwiKXJTVYlMKO0=" providerId="None" clId="Web-{2306F054-1CE9-4D49-BB9B-20431F6332F5}" dt="2024-08-21T09:16:48.569" v="568" actId="20577"/>
          <ac:spMkLst>
            <pc:docMk/>
            <pc:sldMk cId="2267497006" sldId="382"/>
            <ac:spMk id="8" creationId="{B1106D6D-2CD8-DC2D-AB09-6A539ACF12D4}"/>
          </ac:spMkLst>
        </pc:spChg>
        <pc:picChg chg="del">
          <ac:chgData name="Tirsi Prebibaj" userId="+GYLHarxZ+dPTLHn7NL7dVppsqJUwCwiKXJTVYlMKO0=" providerId="None" clId="Web-{2306F054-1CE9-4D49-BB9B-20431F6332F5}" dt="2024-08-21T09:04:48.858" v="378"/>
          <ac:picMkLst>
            <pc:docMk/>
            <pc:sldMk cId="2267497006" sldId="382"/>
            <ac:picMk id="9" creationId="{11C68AAE-6917-2D56-1658-A351C4166757}"/>
          </ac:picMkLst>
        </pc:picChg>
        <pc:picChg chg="add del mod">
          <ac:chgData name="Tirsi Prebibaj" userId="+GYLHarxZ+dPTLHn7NL7dVppsqJUwCwiKXJTVYlMKO0=" providerId="None" clId="Web-{2306F054-1CE9-4D49-BB9B-20431F6332F5}" dt="2024-08-21T09:05:56.704" v="387"/>
          <ac:picMkLst>
            <pc:docMk/>
            <pc:sldMk cId="2267497006" sldId="382"/>
            <ac:picMk id="10" creationId="{B686ED41-4A6F-ED3A-7C8B-8D803C8F85D5}"/>
          </ac:picMkLst>
        </pc:picChg>
        <pc:picChg chg="add del mod">
          <ac:chgData name="Tirsi Prebibaj" userId="+GYLHarxZ+dPTLHn7NL7dVppsqJUwCwiKXJTVYlMKO0=" providerId="None" clId="Web-{2306F054-1CE9-4D49-BB9B-20431F6332F5}" dt="2024-08-21T09:05:56.704" v="386"/>
          <ac:picMkLst>
            <pc:docMk/>
            <pc:sldMk cId="2267497006" sldId="382"/>
            <ac:picMk id="11" creationId="{4EA3EB64-DD70-F5DA-6A3B-416E41E0931A}"/>
          </ac:picMkLst>
        </pc:picChg>
        <pc:picChg chg="add del mod">
          <ac:chgData name="Tirsi Prebibaj" userId="+GYLHarxZ+dPTLHn7NL7dVppsqJUwCwiKXJTVYlMKO0=" providerId="None" clId="Web-{2306F054-1CE9-4D49-BB9B-20431F6332F5}" dt="2024-08-21T09:06:16.017" v="390"/>
          <ac:picMkLst>
            <pc:docMk/>
            <pc:sldMk cId="2267497006" sldId="382"/>
            <ac:picMk id="12" creationId="{A9290148-5917-1C86-9C86-D2A021EF1A74}"/>
          </ac:picMkLst>
        </pc:picChg>
        <pc:picChg chg="add del mod">
          <ac:chgData name="Tirsi Prebibaj" userId="+GYLHarxZ+dPTLHn7NL7dVppsqJUwCwiKXJTVYlMKO0=" providerId="None" clId="Web-{2306F054-1CE9-4D49-BB9B-20431F6332F5}" dt="2024-08-21T09:06:47.705" v="392"/>
          <ac:picMkLst>
            <pc:docMk/>
            <pc:sldMk cId="2267497006" sldId="382"/>
            <ac:picMk id="13" creationId="{85D6EC74-39F9-DC70-5F99-C172FA41C89C}"/>
          </ac:picMkLst>
        </pc:picChg>
        <pc:picChg chg="add mod">
          <ac:chgData name="Tirsi Prebibaj" userId="+GYLHarxZ+dPTLHn7NL7dVppsqJUwCwiKXJTVYlMKO0=" providerId="None" clId="Web-{2306F054-1CE9-4D49-BB9B-20431F6332F5}" dt="2024-08-21T09:08:04.849" v="400" actId="1076"/>
          <ac:picMkLst>
            <pc:docMk/>
            <pc:sldMk cId="2267497006" sldId="382"/>
            <ac:picMk id="14" creationId="{FBCCFFA1-BCBD-05AD-5A53-BCFAC208D959}"/>
          </ac:picMkLst>
        </pc:picChg>
        <pc:picChg chg="add mod">
          <ac:chgData name="Tirsi Prebibaj" userId="+GYLHarxZ+dPTLHn7NL7dVppsqJUwCwiKXJTVYlMKO0=" providerId="None" clId="Web-{2306F054-1CE9-4D49-BB9B-20431F6332F5}" dt="2024-08-21T09:08:07.286" v="401" actId="1076"/>
          <ac:picMkLst>
            <pc:docMk/>
            <pc:sldMk cId="2267497006" sldId="382"/>
            <ac:picMk id="15" creationId="{CD224E6D-9DCB-7C62-1BFA-8F790FC4AB66}"/>
          </ac:picMkLst>
        </pc:picChg>
      </pc:sldChg>
      <pc:sldChg chg="modSp">
        <pc:chgData name="Tirsi Prebibaj" userId="+GYLHarxZ+dPTLHn7NL7dVppsqJUwCwiKXJTVYlMKO0=" providerId="None" clId="Web-{2306F054-1CE9-4D49-BB9B-20431F6332F5}" dt="2024-08-21T09:18:03.931" v="570" actId="20577"/>
        <pc:sldMkLst>
          <pc:docMk/>
          <pc:sldMk cId="1225117229" sldId="424"/>
        </pc:sldMkLst>
        <pc:spChg chg="mod">
          <ac:chgData name="Tirsi Prebibaj" userId="+GYLHarxZ+dPTLHn7NL7dVppsqJUwCwiKXJTVYlMKO0=" providerId="None" clId="Web-{2306F054-1CE9-4D49-BB9B-20431F6332F5}" dt="2024-08-21T09:18:03.931" v="570" actId="20577"/>
          <ac:spMkLst>
            <pc:docMk/>
            <pc:sldMk cId="1225117229" sldId="424"/>
            <ac:spMk id="12" creationId="{014596F9-2D92-56D4-EDB0-3CAF899C905B}"/>
          </ac:spMkLst>
        </pc:spChg>
      </pc:sldChg>
      <pc:sldChg chg="addSp modSp">
        <pc:chgData name="Tirsi Prebibaj" userId="+GYLHarxZ+dPTLHn7NL7dVppsqJUwCwiKXJTVYlMKO0=" providerId="None" clId="Web-{2306F054-1CE9-4D49-BB9B-20431F6332F5}" dt="2024-08-21T09:33:14.976" v="578" actId="20577"/>
        <pc:sldMkLst>
          <pc:docMk/>
          <pc:sldMk cId="2678204404" sldId="425"/>
        </pc:sldMkLst>
        <pc:spChg chg="add mod">
          <ac:chgData name="Tirsi Prebibaj" userId="+GYLHarxZ+dPTLHn7NL7dVppsqJUwCwiKXJTVYlMKO0=" providerId="None" clId="Web-{2306F054-1CE9-4D49-BB9B-20431F6332F5}" dt="2024-08-21T09:33:14.976" v="578" actId="20577"/>
          <ac:spMkLst>
            <pc:docMk/>
            <pc:sldMk cId="2678204404" sldId="425"/>
            <ac:spMk id="4" creationId="{C568FC2B-72F8-67DA-9FBA-3E94E55201FA}"/>
          </ac:spMkLst>
        </pc:spChg>
      </pc:sldChg>
    </pc:docChg>
  </pc:docChgLst>
  <pc:docChgLst>
    <pc:chgData name="Tirsi Prebibaj" clId="Web-{D1D17819-7254-495D-A118-8BB3D4F7B368}"/>
    <pc:docChg chg="modSld">
      <pc:chgData name="Tirsi Prebibaj" userId="" providerId="" clId="Web-{D1D17819-7254-495D-A118-8BB3D4F7B368}" dt="2023-11-30T15:58:34.505" v="3" actId="1076"/>
      <pc:docMkLst>
        <pc:docMk/>
      </pc:docMkLst>
      <pc:sldChg chg="modSp">
        <pc:chgData name="Tirsi Prebibaj" userId="" providerId="" clId="Web-{D1D17819-7254-495D-A118-8BB3D4F7B368}" dt="2023-11-30T15:58:34.505" v="3" actId="1076"/>
        <pc:sldMkLst>
          <pc:docMk/>
          <pc:sldMk cId="3820674358" sldId="366"/>
        </pc:sldMkLst>
        <pc:spChg chg="mod">
          <ac:chgData name="Tirsi Prebibaj" userId="" providerId="" clId="Web-{D1D17819-7254-495D-A118-8BB3D4F7B368}" dt="2023-11-30T15:58:34.505" v="2" actId="1076"/>
          <ac:spMkLst>
            <pc:docMk/>
            <pc:sldMk cId="3820674358" sldId="366"/>
            <ac:spMk id="9" creationId="{251255C4-DC96-B063-1615-38F624D4D763}"/>
          </ac:spMkLst>
        </pc:spChg>
        <pc:picChg chg="mod">
          <ac:chgData name="Tirsi Prebibaj" userId="" providerId="" clId="Web-{D1D17819-7254-495D-A118-8BB3D4F7B368}" dt="2023-11-30T15:58:34.505" v="3" actId="1076"/>
          <ac:picMkLst>
            <pc:docMk/>
            <pc:sldMk cId="3820674358" sldId="366"/>
            <ac:picMk id="6" creationId="{6FB7E124-8229-9624-0A09-CA9F86A0750B}"/>
          </ac:picMkLst>
        </pc:picChg>
      </pc:sldChg>
    </pc:docChg>
  </pc:docChgLst>
  <pc:docChgLst>
    <pc:chgData name="Tirsi Prebibaj" clId="Web-{4FB5D698-4D18-43AB-B548-D2A0C4C49B7E}"/>
    <pc:docChg chg="modSld">
      <pc:chgData name="Tirsi Prebibaj" userId="" providerId="" clId="Web-{4FB5D698-4D18-43AB-B548-D2A0C4C49B7E}" dt="2024-03-26T16:12:12.160" v="0" actId="1076"/>
      <pc:docMkLst>
        <pc:docMk/>
      </pc:docMkLst>
      <pc:sldChg chg="modSp">
        <pc:chgData name="Tirsi Prebibaj" userId="" providerId="" clId="Web-{4FB5D698-4D18-43AB-B548-D2A0C4C49B7E}" dt="2024-03-26T16:12:12.160" v="0" actId="1076"/>
        <pc:sldMkLst>
          <pc:docMk/>
          <pc:sldMk cId="3319552554" sldId="375"/>
        </pc:sldMkLst>
        <pc:spChg chg="mod">
          <ac:chgData name="Tirsi Prebibaj" userId="" providerId="" clId="Web-{4FB5D698-4D18-43AB-B548-D2A0C4C49B7E}" dt="2024-03-26T16:12:12.160" v="0" actId="1076"/>
          <ac:spMkLst>
            <pc:docMk/>
            <pc:sldMk cId="3319552554" sldId="375"/>
            <ac:spMk id="17" creationId="{BCBBABDE-1579-D570-EFC3-B236739116BF}"/>
          </ac:spMkLst>
        </pc:spChg>
      </pc:sldChg>
    </pc:docChg>
  </pc:docChgLst>
  <pc:docChgLst>
    <pc:chgData name="Tirsi Prebibaj" clId="Web-{0C8F317D-288B-42AB-9B0D-88D2B9800A12}"/>
    <pc:docChg chg="modSld">
      <pc:chgData name="Tirsi Prebibaj" userId="" providerId="" clId="Web-{0C8F317D-288B-42AB-9B0D-88D2B9800A12}" dt="2024-03-26T21:11:55.986" v="63" actId="20577"/>
      <pc:docMkLst>
        <pc:docMk/>
      </pc:docMkLst>
      <pc:sldChg chg="modSp modNotes">
        <pc:chgData name="Tirsi Prebibaj" userId="" providerId="" clId="Web-{0C8F317D-288B-42AB-9B0D-88D2B9800A12}" dt="2024-03-26T21:11:55.986" v="63" actId="20577"/>
        <pc:sldMkLst>
          <pc:docMk/>
          <pc:sldMk cId="1170239364" sldId="374"/>
        </pc:sldMkLst>
        <pc:spChg chg="mod">
          <ac:chgData name="Tirsi Prebibaj" userId="" providerId="" clId="Web-{0C8F317D-288B-42AB-9B0D-88D2B9800A12}" dt="2024-03-26T21:11:55.986" v="63" actId="20577"/>
          <ac:spMkLst>
            <pc:docMk/>
            <pc:sldMk cId="1170239364" sldId="374"/>
            <ac:spMk id="4" creationId="{0888391B-CAAB-8EDB-CA30-AF87F9533E97}"/>
          </ac:spMkLst>
        </pc:spChg>
      </pc:sldChg>
      <pc:sldChg chg="modSp modNotes">
        <pc:chgData name="Tirsi Prebibaj" userId="" providerId="" clId="Web-{0C8F317D-288B-42AB-9B0D-88D2B9800A12}" dt="2024-03-26T21:04:58.737" v="6" actId="20577"/>
        <pc:sldMkLst>
          <pc:docMk/>
          <pc:sldMk cId="3621187992" sldId="376"/>
        </pc:sldMkLst>
        <pc:spChg chg="mod">
          <ac:chgData name="Tirsi Prebibaj" userId="" providerId="" clId="Web-{0C8F317D-288B-42AB-9B0D-88D2B9800A12}" dt="2024-03-26T21:04:58.737" v="6" actId="20577"/>
          <ac:spMkLst>
            <pc:docMk/>
            <pc:sldMk cId="3621187992" sldId="376"/>
            <ac:spMk id="2" creationId="{10F98A94-B671-E78F-7F7E-B1DFF0ADEA9F}"/>
          </ac:spMkLst>
        </pc:spChg>
      </pc:sldChg>
      <pc:sldChg chg="addSp delSp modSp">
        <pc:chgData name="Tirsi Prebibaj" userId="" providerId="" clId="Web-{0C8F317D-288B-42AB-9B0D-88D2B9800A12}" dt="2024-03-26T21:09:25.449" v="55" actId="20577"/>
        <pc:sldMkLst>
          <pc:docMk/>
          <pc:sldMk cId="421842917" sldId="390"/>
        </pc:sldMkLst>
        <pc:spChg chg="add del mod">
          <ac:chgData name="Tirsi Prebibaj" userId="" providerId="" clId="Web-{0C8F317D-288B-42AB-9B0D-88D2B9800A12}" dt="2024-03-26T21:08:59.699" v="54"/>
          <ac:spMkLst>
            <pc:docMk/>
            <pc:sldMk cId="421842917" sldId="390"/>
            <ac:spMk id="5" creationId="{0D4F3A9B-AE2A-E515-2403-132D1606E334}"/>
          </ac:spMkLst>
        </pc:spChg>
        <pc:spChg chg="add mod">
          <ac:chgData name="Tirsi Prebibaj" userId="" providerId="" clId="Web-{0C8F317D-288B-42AB-9B0D-88D2B9800A12}" dt="2024-03-26T21:09:25.449" v="55" actId="20577"/>
          <ac:spMkLst>
            <pc:docMk/>
            <pc:sldMk cId="421842917" sldId="390"/>
            <ac:spMk id="23" creationId="{197461AE-6F6F-20D8-073F-DC8847EA1B98}"/>
          </ac:spMkLst>
        </pc:spChg>
        <pc:spChg chg="mod">
          <ac:chgData name="Tirsi Prebibaj" userId="" providerId="" clId="Web-{0C8F317D-288B-42AB-9B0D-88D2B9800A12}" dt="2024-03-26T21:06:48.834" v="7" actId="1076"/>
          <ac:spMkLst>
            <pc:docMk/>
            <pc:sldMk cId="421842917" sldId="390"/>
            <ac:spMk id="32" creationId="{7DC47829-B33D-B7F5-D6F6-6680C0F3121F}"/>
          </ac:spMkLst>
        </pc:spChg>
        <pc:grpChg chg="mod">
          <ac:chgData name="Tirsi Prebibaj" userId="" providerId="" clId="Web-{0C8F317D-288B-42AB-9B0D-88D2B9800A12}" dt="2024-03-26T21:08:20.291" v="40" actId="1076"/>
          <ac:grpSpMkLst>
            <pc:docMk/>
            <pc:sldMk cId="421842917" sldId="390"/>
            <ac:grpSpMk id="9" creationId="{71B060B0-0F86-F198-80E9-398536B13CCA}"/>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BA49E6-B6CA-B7E7-7939-C995C97F4C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B6ED201-5DA9-2993-723B-7361CCB39E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B0EB73-1250-6248-A7AE-E9DD17D53A9D}" type="datetimeFigureOut">
              <a:rPr lang="en-US" smtClean="0"/>
              <a:t>5/9/25</a:t>
            </a:fld>
            <a:endParaRPr lang="en-US"/>
          </a:p>
        </p:txBody>
      </p:sp>
      <p:sp>
        <p:nvSpPr>
          <p:cNvPr id="4" name="Footer Placeholder 3">
            <a:extLst>
              <a:ext uri="{FF2B5EF4-FFF2-40B4-BE49-F238E27FC236}">
                <a16:creationId xmlns:a16="http://schemas.microsoft.com/office/drawing/2014/main" id="{846276CE-4E92-CB82-F5F6-4570CE7FAB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55BD338-CE59-307D-BA16-02E73E617A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21D9E2-C80C-764A-AF06-2ECD7C982646}" type="slidenum">
              <a:rPr lang="en-US" smtClean="0"/>
              <a:t>‹#›</a:t>
            </a:fld>
            <a:endParaRPr lang="en-US"/>
          </a:p>
        </p:txBody>
      </p:sp>
    </p:spTree>
    <p:extLst>
      <p:ext uri="{BB962C8B-B14F-4D97-AF65-F5344CB8AC3E}">
        <p14:creationId xmlns:p14="http://schemas.microsoft.com/office/powerpoint/2010/main" val="13918900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4C0F80-6607-4BDC-9DCB-D39546E94B0B}" type="datetimeFigureOut">
              <a:rPr lang="el-GR" smtClean="0"/>
              <a:t>9/5/25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CEC25E-25DD-442A-9939-BAC3109D098C}" type="slidenum">
              <a:rPr lang="el-GR" smtClean="0"/>
              <a:t>‹#›</a:t>
            </a:fld>
            <a:endParaRPr lang="el-GR"/>
          </a:p>
        </p:txBody>
      </p:sp>
    </p:spTree>
    <p:extLst>
      <p:ext uri="{BB962C8B-B14F-4D97-AF65-F5344CB8AC3E}">
        <p14:creationId xmlns:p14="http://schemas.microsoft.com/office/powerpoint/2010/main" val="196036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ERN logo">
    <p:bg>
      <p:bgPr>
        <a:solidFill>
          <a:srgbClr val="0033A0"/>
        </a:solidFill>
        <a:effectLst/>
      </p:bgPr>
    </p:bg>
    <p:spTree>
      <p:nvGrpSpPr>
        <p:cNvPr id="1" name=""/>
        <p:cNvGrpSpPr/>
        <p:nvPr/>
      </p:nvGrpSpPr>
      <p:grpSpPr>
        <a:xfrm>
          <a:off x="0" y="0"/>
          <a:ext cx="0" cy="0"/>
          <a:chOff x="0" y="0"/>
          <a:chExt cx="0" cy="0"/>
        </a:xfrm>
      </p:grpSpPr>
      <p:pic>
        <p:nvPicPr>
          <p:cNvPr id="4" name="Picture 3" descr="A logo with white text&#10;&#10;Description automatically generated">
            <a:extLst>
              <a:ext uri="{FF2B5EF4-FFF2-40B4-BE49-F238E27FC236}">
                <a16:creationId xmlns:a16="http://schemas.microsoft.com/office/drawing/2014/main" id="{8085EB80-E520-29F9-39FC-95C7E29AC8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96000" y="1629000"/>
            <a:ext cx="3600000" cy="3600000"/>
          </a:xfrm>
          <a:prstGeom prst="rect">
            <a:avLst/>
          </a:prstGeom>
        </p:spPr>
      </p:pic>
    </p:spTree>
    <p:extLst>
      <p:ext uri="{BB962C8B-B14F-4D97-AF65-F5344CB8AC3E}">
        <p14:creationId xmlns:p14="http://schemas.microsoft.com/office/powerpoint/2010/main" val="2329436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1">
    <p:bg>
      <p:bgPr>
        <a:solidFill>
          <a:srgbClr val="0033A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18B1EA-7B68-72DE-D331-88D259096800}"/>
              </a:ext>
            </a:extLst>
          </p:cNvPr>
          <p:cNvSpPr>
            <a:spLocks noGrp="1"/>
          </p:cNvSpPr>
          <p:nvPr>
            <p:ph type="title" hasCustomPrompt="1"/>
          </p:nvPr>
        </p:nvSpPr>
        <p:spPr>
          <a:xfrm>
            <a:off x="1369448" y="865101"/>
            <a:ext cx="9453093" cy="1325563"/>
          </a:xfrm>
        </p:spPr>
        <p:txBody>
          <a:bodyPr/>
          <a:lstStyle>
            <a:lvl1pPr algn="ctr">
              <a:defRPr b="1">
                <a:solidFill>
                  <a:schemeClr val="bg2"/>
                </a:solidFill>
              </a:defRPr>
            </a:lvl1pPr>
          </a:lstStyle>
          <a:p>
            <a:r>
              <a:rPr lang="en-US" dirty="0"/>
              <a:t>Title</a:t>
            </a:r>
          </a:p>
        </p:txBody>
      </p:sp>
      <p:sp>
        <p:nvSpPr>
          <p:cNvPr id="5" name="Text Placeholder 10">
            <a:extLst>
              <a:ext uri="{FF2B5EF4-FFF2-40B4-BE49-F238E27FC236}">
                <a16:creationId xmlns:a16="http://schemas.microsoft.com/office/drawing/2014/main" id="{E0AB60BA-2EA1-E46B-70F9-953ED0D9B152}"/>
              </a:ext>
            </a:extLst>
          </p:cNvPr>
          <p:cNvSpPr>
            <a:spLocks noGrp="1"/>
          </p:cNvSpPr>
          <p:nvPr>
            <p:ph type="body" sz="quarter" idx="10" hasCustomPrompt="1"/>
          </p:nvPr>
        </p:nvSpPr>
        <p:spPr>
          <a:xfrm>
            <a:off x="3713952" y="2830469"/>
            <a:ext cx="4764087" cy="2062162"/>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T. Prebibaj, Co-authors</a:t>
            </a:r>
          </a:p>
        </p:txBody>
      </p:sp>
      <p:sp>
        <p:nvSpPr>
          <p:cNvPr id="6" name="Text Placeholder 10">
            <a:extLst>
              <a:ext uri="{FF2B5EF4-FFF2-40B4-BE49-F238E27FC236}">
                <a16:creationId xmlns:a16="http://schemas.microsoft.com/office/drawing/2014/main" id="{5B690C56-7146-38AE-A928-D8EA57F9DE17}"/>
              </a:ext>
            </a:extLst>
          </p:cNvPr>
          <p:cNvSpPr>
            <a:spLocks noGrp="1"/>
          </p:cNvSpPr>
          <p:nvPr>
            <p:ph type="body" sz="quarter" idx="11" hasCustomPrompt="1"/>
          </p:nvPr>
        </p:nvSpPr>
        <p:spPr>
          <a:xfrm>
            <a:off x="4090356" y="6002119"/>
            <a:ext cx="4011283" cy="855880"/>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Date</a:t>
            </a:r>
          </a:p>
          <a:p>
            <a:pPr lvl="0"/>
            <a:r>
              <a:rPr lang="en-US" dirty="0"/>
              <a:t>Meeting</a:t>
            </a:r>
          </a:p>
        </p:txBody>
      </p:sp>
    </p:spTree>
    <p:extLst>
      <p:ext uri="{BB962C8B-B14F-4D97-AF65-F5344CB8AC3E}">
        <p14:creationId xmlns:p14="http://schemas.microsoft.com/office/powerpoint/2010/main" val="143848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2">
    <p:bg>
      <p:bgPr>
        <a:solidFill>
          <a:srgbClr val="0033A0"/>
        </a:solidFill>
        <a:effectLst/>
      </p:bgPr>
    </p:bg>
    <p:spTree>
      <p:nvGrpSpPr>
        <p:cNvPr id="1" name=""/>
        <p:cNvGrpSpPr/>
        <p:nvPr/>
      </p:nvGrpSpPr>
      <p:grpSpPr>
        <a:xfrm>
          <a:off x="0" y="0"/>
          <a:ext cx="0" cy="0"/>
          <a:chOff x="0" y="0"/>
          <a:chExt cx="0" cy="0"/>
        </a:xfrm>
      </p:grpSpPr>
      <p:pic>
        <p:nvPicPr>
          <p:cNvPr id="59" name="Picture 58" descr="A long shot of a building&#10;&#10;Description automatically generated">
            <a:extLst>
              <a:ext uri="{FF2B5EF4-FFF2-40B4-BE49-F238E27FC236}">
                <a16:creationId xmlns:a16="http://schemas.microsoft.com/office/drawing/2014/main" id="{B3283103-B7CB-4F90-D6F5-A3C982E28E1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4491" t="3434" r="15740" b="4075"/>
          <a:stretch>
            <a:fillRect/>
          </a:stretch>
        </p:blipFill>
        <p:spPr>
          <a:xfrm>
            <a:off x="0" y="0"/>
            <a:ext cx="5919859" cy="6858000"/>
          </a:xfrm>
          <a:custGeom>
            <a:avLst/>
            <a:gdLst>
              <a:gd name="connsiteX0" fmla="*/ 0 w 5919859"/>
              <a:gd name="connsiteY0" fmla="*/ 0 h 6858000"/>
              <a:gd name="connsiteX1" fmla="*/ 3539445 w 5919859"/>
              <a:gd name="connsiteY1" fmla="*/ 0 h 6858000"/>
              <a:gd name="connsiteX2" fmla="*/ 3619329 w 5919859"/>
              <a:gd name="connsiteY2" fmla="*/ 39128 h 6858000"/>
              <a:gd name="connsiteX3" fmla="*/ 5919859 w 5919859"/>
              <a:gd name="connsiteY3" fmla="*/ 3735644 h 6858000"/>
              <a:gd name="connsiteX4" fmla="*/ 4632343 w 5919859"/>
              <a:gd name="connsiteY4" fmla="*/ 6708254 h 6858000"/>
              <a:gd name="connsiteX5" fmla="*/ 4460057 w 5919859"/>
              <a:gd name="connsiteY5" fmla="*/ 6858000 h 6858000"/>
              <a:gd name="connsiteX6" fmla="*/ 0 w 591985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9859" h="6858000">
                <a:moveTo>
                  <a:pt x="0" y="0"/>
                </a:moveTo>
                <a:lnTo>
                  <a:pt x="3539445" y="0"/>
                </a:lnTo>
                <a:lnTo>
                  <a:pt x="3619329" y="39128"/>
                </a:lnTo>
                <a:cubicBezTo>
                  <a:pt x="4989628" y="751014"/>
                  <a:pt x="5919859" y="2139439"/>
                  <a:pt x="5919859" y="3735644"/>
                </a:cubicBezTo>
                <a:cubicBezTo>
                  <a:pt x="5919859" y="4896521"/>
                  <a:pt x="5427836" y="5947497"/>
                  <a:pt x="4632343" y="6708254"/>
                </a:cubicBezTo>
                <a:lnTo>
                  <a:pt x="4460057" y="6858000"/>
                </a:lnTo>
                <a:lnTo>
                  <a:pt x="0" y="6858000"/>
                </a:lnTo>
                <a:close/>
              </a:path>
            </a:pathLst>
          </a:custGeom>
        </p:spPr>
      </p:pic>
      <p:sp>
        <p:nvSpPr>
          <p:cNvPr id="3100" name="Freeform 3099">
            <a:extLst>
              <a:ext uri="{FF2B5EF4-FFF2-40B4-BE49-F238E27FC236}">
                <a16:creationId xmlns:a16="http://schemas.microsoft.com/office/drawing/2014/main" id="{FF34C144-CE80-C166-838A-A4D428DEEE93}"/>
              </a:ext>
            </a:extLst>
          </p:cNvPr>
          <p:cNvSpPr/>
          <p:nvPr userDrawn="1"/>
        </p:nvSpPr>
        <p:spPr>
          <a:xfrm>
            <a:off x="-76982" y="-70149"/>
            <a:ext cx="6017342" cy="6998298"/>
          </a:xfrm>
          <a:custGeom>
            <a:avLst/>
            <a:gdLst>
              <a:gd name="connsiteX0" fmla="*/ 0 w 6017342"/>
              <a:gd name="connsiteY0" fmla="*/ 0 h 6998298"/>
              <a:gd name="connsiteX1" fmla="*/ 3484298 w 6017342"/>
              <a:gd name="connsiteY1" fmla="*/ 0 h 6998298"/>
              <a:gd name="connsiteX2" fmla="*/ 3622706 w 6017342"/>
              <a:gd name="connsiteY2" fmla="*/ 61793 h 6998298"/>
              <a:gd name="connsiteX3" fmla="*/ 6017342 w 6017342"/>
              <a:gd name="connsiteY3" fmla="*/ 3805793 h 6998298"/>
              <a:gd name="connsiteX4" fmla="*/ 4729826 w 6017342"/>
              <a:gd name="connsiteY4" fmla="*/ 6778403 h 6998298"/>
              <a:gd name="connsiteX5" fmla="*/ 4476833 w 6017342"/>
              <a:gd name="connsiteY5" fmla="*/ 6998298 h 6998298"/>
              <a:gd name="connsiteX6" fmla="*/ 0 w 6017342"/>
              <a:gd name="connsiteY6" fmla="*/ 6998298 h 699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7342" h="6998298">
                <a:moveTo>
                  <a:pt x="0" y="0"/>
                </a:moveTo>
                <a:lnTo>
                  <a:pt x="3484298" y="0"/>
                </a:lnTo>
                <a:lnTo>
                  <a:pt x="3622706" y="61793"/>
                </a:lnTo>
                <a:cubicBezTo>
                  <a:pt x="5044347" y="758160"/>
                  <a:pt x="6017342" y="2173310"/>
                  <a:pt x="6017342" y="3805793"/>
                </a:cubicBezTo>
                <a:cubicBezTo>
                  <a:pt x="6017342" y="4966670"/>
                  <a:pt x="5525319" y="6017646"/>
                  <a:pt x="4729826" y="6778403"/>
                </a:cubicBezTo>
                <a:lnTo>
                  <a:pt x="4476833" y="6998298"/>
                </a:lnTo>
                <a:lnTo>
                  <a:pt x="0" y="6998298"/>
                </a:lnTo>
                <a:close/>
              </a:path>
            </a:pathLst>
          </a:cu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a-ET"/>
          </a:p>
        </p:txBody>
      </p:sp>
      <p:sp>
        <p:nvSpPr>
          <p:cNvPr id="3102" name="Freeform 3101">
            <a:extLst>
              <a:ext uri="{FF2B5EF4-FFF2-40B4-BE49-F238E27FC236}">
                <a16:creationId xmlns:a16="http://schemas.microsoft.com/office/drawing/2014/main" id="{A601A3B9-B7CD-FEDC-37D5-821A16F94A34}"/>
              </a:ext>
            </a:extLst>
          </p:cNvPr>
          <p:cNvSpPr/>
          <p:nvPr userDrawn="1"/>
        </p:nvSpPr>
        <p:spPr>
          <a:xfrm>
            <a:off x="-76982" y="-70149"/>
            <a:ext cx="6192648" cy="6998299"/>
          </a:xfrm>
          <a:custGeom>
            <a:avLst/>
            <a:gdLst>
              <a:gd name="connsiteX0" fmla="*/ 0 w 6192648"/>
              <a:gd name="connsiteY0" fmla="*/ 0 h 6998299"/>
              <a:gd name="connsiteX1" fmla="*/ 3862693 w 6192648"/>
              <a:gd name="connsiteY1" fmla="*/ 0 h 6998299"/>
              <a:gd name="connsiteX2" fmla="*/ 4052508 w 6192648"/>
              <a:gd name="connsiteY2" fmla="*/ 106189 h 6998299"/>
              <a:gd name="connsiteX3" fmla="*/ 6192648 w 6192648"/>
              <a:gd name="connsiteY3" fmla="*/ 3806408 h 6998299"/>
              <a:gd name="connsiteX4" fmla="*/ 4847781 w 6192648"/>
              <a:gd name="connsiteY4" fmla="*/ 6900252 h 6998299"/>
              <a:gd name="connsiteX5" fmla="*/ 4734569 w 6192648"/>
              <a:gd name="connsiteY5" fmla="*/ 6998299 h 6998299"/>
              <a:gd name="connsiteX6" fmla="*/ 0 w 6192648"/>
              <a:gd name="connsiteY6" fmla="*/ 6998299 h 699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2648" h="6998299">
                <a:moveTo>
                  <a:pt x="0" y="0"/>
                </a:moveTo>
                <a:lnTo>
                  <a:pt x="3862693" y="0"/>
                </a:lnTo>
                <a:lnTo>
                  <a:pt x="4052508" y="106189"/>
                </a:lnTo>
                <a:cubicBezTo>
                  <a:pt x="5338644" y="881530"/>
                  <a:pt x="6192648" y="2248936"/>
                  <a:pt x="6192648" y="3806408"/>
                </a:cubicBezTo>
                <a:cubicBezTo>
                  <a:pt x="6192648" y="5014629"/>
                  <a:pt x="5678709" y="6108468"/>
                  <a:pt x="4847781" y="6900252"/>
                </a:cubicBezTo>
                <a:lnTo>
                  <a:pt x="4734569" y="6998299"/>
                </a:lnTo>
                <a:lnTo>
                  <a:pt x="0" y="6998299"/>
                </a:lnTo>
                <a:close/>
              </a:path>
            </a:pathLst>
          </a:cu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aa-ET"/>
          </a:p>
        </p:txBody>
      </p:sp>
      <p:pic>
        <p:nvPicPr>
          <p:cNvPr id="3104" name="Picture 3103" descr="A blue sign with white text&#10;&#10;Description automatically generated">
            <a:extLst>
              <a:ext uri="{FF2B5EF4-FFF2-40B4-BE49-F238E27FC236}">
                <a16:creationId xmlns:a16="http://schemas.microsoft.com/office/drawing/2014/main" id="{BA7037C9-256C-44AE-471A-11C49740CF2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44645" y="6048504"/>
            <a:ext cx="747358" cy="747358"/>
          </a:xfrm>
          <a:prstGeom prst="rect">
            <a:avLst/>
          </a:prstGeom>
        </p:spPr>
      </p:pic>
      <p:sp>
        <p:nvSpPr>
          <p:cNvPr id="2" name="Title 1">
            <a:extLst>
              <a:ext uri="{FF2B5EF4-FFF2-40B4-BE49-F238E27FC236}">
                <a16:creationId xmlns:a16="http://schemas.microsoft.com/office/drawing/2014/main" id="{6B7D1ED8-1D1D-3C0E-F7DC-85BEDF595127}"/>
              </a:ext>
            </a:extLst>
          </p:cNvPr>
          <p:cNvSpPr>
            <a:spLocks noGrp="1"/>
          </p:cNvSpPr>
          <p:nvPr>
            <p:ph type="title" hasCustomPrompt="1"/>
          </p:nvPr>
        </p:nvSpPr>
        <p:spPr>
          <a:xfrm>
            <a:off x="5940360" y="918018"/>
            <a:ext cx="6151643" cy="1325563"/>
          </a:xfrm>
        </p:spPr>
        <p:txBody>
          <a:bodyPr/>
          <a:lstStyle>
            <a:lvl1pPr algn="ctr">
              <a:defRPr b="1">
                <a:solidFill>
                  <a:schemeClr val="bg2"/>
                </a:solidFill>
              </a:defRPr>
            </a:lvl1pPr>
          </a:lstStyle>
          <a:p>
            <a:r>
              <a:rPr lang="en-US" dirty="0"/>
              <a:t>Title</a:t>
            </a:r>
          </a:p>
        </p:txBody>
      </p:sp>
      <p:sp>
        <p:nvSpPr>
          <p:cNvPr id="11" name="Text Placeholder 10">
            <a:extLst>
              <a:ext uri="{FF2B5EF4-FFF2-40B4-BE49-F238E27FC236}">
                <a16:creationId xmlns:a16="http://schemas.microsoft.com/office/drawing/2014/main" id="{DB3C4403-1E96-A9FC-F392-D6F430EC9116}"/>
              </a:ext>
            </a:extLst>
          </p:cNvPr>
          <p:cNvSpPr>
            <a:spLocks noGrp="1"/>
          </p:cNvSpPr>
          <p:nvPr>
            <p:ph type="body" sz="quarter" idx="10" hasCustomPrompt="1"/>
          </p:nvPr>
        </p:nvSpPr>
        <p:spPr>
          <a:xfrm>
            <a:off x="6634137" y="2881984"/>
            <a:ext cx="4764087" cy="2062162"/>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T. Prebibaj, Co-authors</a:t>
            </a:r>
          </a:p>
        </p:txBody>
      </p:sp>
      <p:sp>
        <p:nvSpPr>
          <p:cNvPr id="13" name="Text Placeholder 10">
            <a:extLst>
              <a:ext uri="{FF2B5EF4-FFF2-40B4-BE49-F238E27FC236}">
                <a16:creationId xmlns:a16="http://schemas.microsoft.com/office/drawing/2014/main" id="{BB02504D-9ED1-0605-E0C3-6B9D4E4A1D5D}"/>
              </a:ext>
            </a:extLst>
          </p:cNvPr>
          <p:cNvSpPr>
            <a:spLocks noGrp="1"/>
          </p:cNvSpPr>
          <p:nvPr>
            <p:ph type="body" sz="quarter" idx="11" hasCustomPrompt="1"/>
          </p:nvPr>
        </p:nvSpPr>
        <p:spPr>
          <a:xfrm>
            <a:off x="5467567" y="5939982"/>
            <a:ext cx="4011283" cy="855880"/>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Date</a:t>
            </a:r>
          </a:p>
          <a:p>
            <a:pPr lvl="0"/>
            <a:r>
              <a:rPr lang="en-US" dirty="0"/>
              <a:t>Meeting</a:t>
            </a:r>
          </a:p>
        </p:txBody>
      </p:sp>
    </p:spTree>
    <p:extLst>
      <p:ext uri="{BB962C8B-B14F-4D97-AF65-F5344CB8AC3E}">
        <p14:creationId xmlns:p14="http://schemas.microsoft.com/office/powerpoint/2010/main" val="4248026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3">
    <p:bg>
      <p:bgPr>
        <a:solidFill>
          <a:srgbClr val="0033A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3D7B5E7-5798-C95E-1CCC-3B2D35C10FA4}"/>
              </a:ext>
            </a:extLst>
          </p:cNvPr>
          <p:cNvPicPr>
            <a:picLocks noChangeAspect="1"/>
          </p:cNvPicPr>
          <p:nvPr userDrawn="1"/>
        </p:nvPicPr>
        <p:blipFill>
          <a:blip r:embed="rId2">
            <a:alphaModFix amt="70000"/>
          </a:blip>
          <a:stretch>
            <a:fillRect/>
          </a:stretch>
        </p:blipFill>
        <p:spPr>
          <a:xfrm>
            <a:off x="0" y="0"/>
            <a:ext cx="12195409" cy="6857999"/>
          </a:xfrm>
          <a:prstGeom prst="rect">
            <a:avLst/>
          </a:prstGeom>
        </p:spPr>
      </p:pic>
      <p:sp>
        <p:nvSpPr>
          <p:cNvPr id="4" name="Title 1">
            <a:extLst>
              <a:ext uri="{FF2B5EF4-FFF2-40B4-BE49-F238E27FC236}">
                <a16:creationId xmlns:a16="http://schemas.microsoft.com/office/drawing/2014/main" id="{2818B1EA-7B68-72DE-D331-88D259096800}"/>
              </a:ext>
            </a:extLst>
          </p:cNvPr>
          <p:cNvSpPr>
            <a:spLocks noGrp="1"/>
          </p:cNvSpPr>
          <p:nvPr>
            <p:ph type="title" hasCustomPrompt="1"/>
          </p:nvPr>
        </p:nvSpPr>
        <p:spPr>
          <a:xfrm>
            <a:off x="1369448" y="865101"/>
            <a:ext cx="9453093" cy="1325563"/>
          </a:xfrm>
        </p:spPr>
        <p:txBody>
          <a:bodyPr/>
          <a:lstStyle>
            <a:lvl1pPr algn="ctr">
              <a:defRPr b="1">
                <a:solidFill>
                  <a:schemeClr val="bg2"/>
                </a:solidFill>
              </a:defRPr>
            </a:lvl1pPr>
          </a:lstStyle>
          <a:p>
            <a:r>
              <a:rPr lang="en-US" dirty="0"/>
              <a:t>Title</a:t>
            </a:r>
          </a:p>
        </p:txBody>
      </p:sp>
      <p:sp>
        <p:nvSpPr>
          <p:cNvPr id="5" name="Text Placeholder 10">
            <a:extLst>
              <a:ext uri="{FF2B5EF4-FFF2-40B4-BE49-F238E27FC236}">
                <a16:creationId xmlns:a16="http://schemas.microsoft.com/office/drawing/2014/main" id="{E0AB60BA-2EA1-E46B-70F9-953ED0D9B152}"/>
              </a:ext>
            </a:extLst>
          </p:cNvPr>
          <p:cNvSpPr>
            <a:spLocks noGrp="1"/>
          </p:cNvSpPr>
          <p:nvPr>
            <p:ph type="body" sz="quarter" idx="10" hasCustomPrompt="1"/>
          </p:nvPr>
        </p:nvSpPr>
        <p:spPr>
          <a:xfrm>
            <a:off x="3713952" y="2830469"/>
            <a:ext cx="4764087" cy="2062162"/>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T. Prebibaj, Co-authors</a:t>
            </a:r>
          </a:p>
        </p:txBody>
      </p:sp>
      <p:sp>
        <p:nvSpPr>
          <p:cNvPr id="6" name="Text Placeholder 10">
            <a:extLst>
              <a:ext uri="{FF2B5EF4-FFF2-40B4-BE49-F238E27FC236}">
                <a16:creationId xmlns:a16="http://schemas.microsoft.com/office/drawing/2014/main" id="{5B690C56-7146-38AE-A928-D8EA57F9DE17}"/>
              </a:ext>
            </a:extLst>
          </p:cNvPr>
          <p:cNvSpPr>
            <a:spLocks noGrp="1"/>
          </p:cNvSpPr>
          <p:nvPr>
            <p:ph type="body" sz="quarter" idx="11" hasCustomPrompt="1"/>
          </p:nvPr>
        </p:nvSpPr>
        <p:spPr>
          <a:xfrm>
            <a:off x="4090356" y="6002119"/>
            <a:ext cx="4011283" cy="855880"/>
          </a:xfrm>
        </p:spPr>
        <p:txBody>
          <a:bodyPr/>
          <a:lstStyle>
            <a:lvl1pPr marL="0" indent="0" algn="ctr">
              <a:buNone/>
              <a:defRPr sz="20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Date</a:t>
            </a:r>
          </a:p>
          <a:p>
            <a:pPr lvl="0"/>
            <a:r>
              <a:rPr lang="en-US" dirty="0"/>
              <a:t>Meeting</a:t>
            </a:r>
          </a:p>
        </p:txBody>
      </p:sp>
    </p:spTree>
    <p:extLst>
      <p:ext uri="{BB962C8B-B14F-4D97-AF65-F5344CB8AC3E}">
        <p14:creationId xmlns:p14="http://schemas.microsoft.com/office/powerpoint/2010/main" val="86532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age 4">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4761CC-EF94-5C85-6CA8-9D04EC40A29C}"/>
              </a:ext>
            </a:extLst>
          </p:cNvPr>
          <p:cNvPicPr>
            <a:picLocks noChangeAspect="1"/>
          </p:cNvPicPr>
          <p:nvPr userDrawn="1"/>
        </p:nvPicPr>
        <p:blipFill>
          <a:blip r:embed="rId2"/>
          <a:stretch>
            <a:fillRect/>
          </a:stretch>
        </p:blipFill>
        <p:spPr>
          <a:xfrm>
            <a:off x="8126836" y="0"/>
            <a:ext cx="4053138" cy="6858000"/>
          </a:xfrm>
          <a:prstGeom prst="rect">
            <a:avLst/>
          </a:prstGeom>
        </p:spPr>
      </p:pic>
      <p:sp>
        <p:nvSpPr>
          <p:cNvPr id="3" name="TextBox 2">
            <a:extLst>
              <a:ext uri="{FF2B5EF4-FFF2-40B4-BE49-F238E27FC236}">
                <a16:creationId xmlns:a16="http://schemas.microsoft.com/office/drawing/2014/main" id="{2BF6F83E-2383-AA42-96BC-B5AA4B81F20E}"/>
              </a:ext>
            </a:extLst>
          </p:cNvPr>
          <p:cNvSpPr txBox="1"/>
          <p:nvPr userDrawn="1"/>
        </p:nvSpPr>
        <p:spPr>
          <a:xfrm rot="18846174">
            <a:off x="9870334" y="683655"/>
            <a:ext cx="1486282" cy="338554"/>
          </a:xfrm>
          <a:prstGeom prst="rect">
            <a:avLst/>
          </a:prstGeom>
          <a:noFill/>
        </p:spPr>
        <p:txBody>
          <a:bodyPr wrap="square" rtlCol="0">
            <a:spAutoFit/>
          </a:bodyPr>
          <a:lstStyle/>
          <a:p>
            <a:pPr algn="ctr"/>
            <a:r>
              <a:rPr lang="aa-ET" sz="1600" b="1" dirty="0">
                <a:solidFill>
                  <a:srgbClr val="0033A0"/>
                </a:solidFill>
              </a:rPr>
              <a:t>North Area</a:t>
            </a:r>
          </a:p>
        </p:txBody>
      </p:sp>
      <p:sp>
        <p:nvSpPr>
          <p:cNvPr id="4" name="TextBox 3">
            <a:extLst>
              <a:ext uri="{FF2B5EF4-FFF2-40B4-BE49-F238E27FC236}">
                <a16:creationId xmlns:a16="http://schemas.microsoft.com/office/drawing/2014/main" id="{B6DD2B3D-1734-051F-FFDA-5D98E37EA16B}"/>
              </a:ext>
            </a:extLst>
          </p:cNvPr>
          <p:cNvSpPr txBox="1"/>
          <p:nvPr userDrawn="1"/>
        </p:nvSpPr>
        <p:spPr>
          <a:xfrm>
            <a:off x="9231589" y="2009793"/>
            <a:ext cx="1486282" cy="338554"/>
          </a:xfrm>
          <a:prstGeom prst="rect">
            <a:avLst/>
          </a:prstGeom>
          <a:noFill/>
        </p:spPr>
        <p:txBody>
          <a:bodyPr wrap="square" rtlCol="0">
            <a:spAutoFit/>
          </a:bodyPr>
          <a:lstStyle/>
          <a:p>
            <a:pPr algn="ctr"/>
            <a:r>
              <a:rPr lang="aa-ET" sz="1600" b="1" dirty="0">
                <a:solidFill>
                  <a:srgbClr val="0033A0"/>
                </a:solidFill>
              </a:rPr>
              <a:t>SPS</a:t>
            </a:r>
          </a:p>
        </p:txBody>
      </p:sp>
      <p:sp>
        <p:nvSpPr>
          <p:cNvPr id="5" name="TextBox 4">
            <a:extLst>
              <a:ext uri="{FF2B5EF4-FFF2-40B4-BE49-F238E27FC236}">
                <a16:creationId xmlns:a16="http://schemas.microsoft.com/office/drawing/2014/main" id="{647D84AC-AE1E-EA1A-CE40-433F915126E2}"/>
              </a:ext>
            </a:extLst>
          </p:cNvPr>
          <p:cNvSpPr txBox="1"/>
          <p:nvPr userDrawn="1"/>
        </p:nvSpPr>
        <p:spPr>
          <a:xfrm>
            <a:off x="8802098" y="6317966"/>
            <a:ext cx="1486282" cy="338554"/>
          </a:xfrm>
          <a:prstGeom prst="rect">
            <a:avLst/>
          </a:prstGeom>
          <a:noFill/>
        </p:spPr>
        <p:txBody>
          <a:bodyPr wrap="square" rtlCol="0">
            <a:spAutoFit/>
          </a:bodyPr>
          <a:lstStyle/>
          <a:p>
            <a:pPr algn="ctr"/>
            <a:r>
              <a:rPr lang="aa-ET" sz="1600" b="1" dirty="0">
                <a:solidFill>
                  <a:srgbClr val="0033A0"/>
                </a:solidFill>
              </a:rPr>
              <a:t>PS</a:t>
            </a:r>
          </a:p>
        </p:txBody>
      </p:sp>
      <p:sp>
        <p:nvSpPr>
          <p:cNvPr id="6" name="TextBox 5">
            <a:extLst>
              <a:ext uri="{FF2B5EF4-FFF2-40B4-BE49-F238E27FC236}">
                <a16:creationId xmlns:a16="http://schemas.microsoft.com/office/drawing/2014/main" id="{E32F6AFE-5E8A-917A-470A-C18CA7124C87}"/>
              </a:ext>
            </a:extLst>
          </p:cNvPr>
          <p:cNvSpPr txBox="1"/>
          <p:nvPr userDrawn="1"/>
        </p:nvSpPr>
        <p:spPr>
          <a:xfrm>
            <a:off x="7885883" y="6249429"/>
            <a:ext cx="1486282" cy="338554"/>
          </a:xfrm>
          <a:prstGeom prst="rect">
            <a:avLst/>
          </a:prstGeom>
          <a:noFill/>
        </p:spPr>
        <p:txBody>
          <a:bodyPr wrap="square" rtlCol="0">
            <a:spAutoFit/>
          </a:bodyPr>
          <a:lstStyle/>
          <a:p>
            <a:pPr algn="ctr"/>
            <a:r>
              <a:rPr lang="aa-ET" sz="1600" b="1" dirty="0">
                <a:solidFill>
                  <a:srgbClr val="0033A0"/>
                </a:solidFill>
              </a:rPr>
              <a:t>PSB</a:t>
            </a:r>
          </a:p>
        </p:txBody>
      </p:sp>
      <p:sp>
        <p:nvSpPr>
          <p:cNvPr id="7" name="Title 1">
            <a:extLst>
              <a:ext uri="{FF2B5EF4-FFF2-40B4-BE49-F238E27FC236}">
                <a16:creationId xmlns:a16="http://schemas.microsoft.com/office/drawing/2014/main" id="{940F9B90-D021-34A3-C4CA-A1C11F79A42E}"/>
              </a:ext>
            </a:extLst>
          </p:cNvPr>
          <p:cNvSpPr>
            <a:spLocks noGrp="1"/>
          </p:cNvSpPr>
          <p:nvPr>
            <p:ph type="title" hasCustomPrompt="1"/>
          </p:nvPr>
        </p:nvSpPr>
        <p:spPr>
          <a:xfrm>
            <a:off x="871808" y="841602"/>
            <a:ext cx="6151643" cy="1325563"/>
          </a:xfrm>
        </p:spPr>
        <p:txBody>
          <a:bodyPr/>
          <a:lstStyle>
            <a:lvl1pPr algn="ctr">
              <a:defRPr b="1">
                <a:solidFill>
                  <a:schemeClr val="tx2"/>
                </a:solidFill>
              </a:defRPr>
            </a:lvl1pPr>
          </a:lstStyle>
          <a:p>
            <a:r>
              <a:rPr lang="en-US" dirty="0"/>
              <a:t>Title</a:t>
            </a:r>
          </a:p>
        </p:txBody>
      </p:sp>
      <p:sp>
        <p:nvSpPr>
          <p:cNvPr id="8" name="Text Placeholder 10">
            <a:extLst>
              <a:ext uri="{FF2B5EF4-FFF2-40B4-BE49-F238E27FC236}">
                <a16:creationId xmlns:a16="http://schemas.microsoft.com/office/drawing/2014/main" id="{47913BEC-868B-B8DC-229C-C4E0342166A6}"/>
              </a:ext>
            </a:extLst>
          </p:cNvPr>
          <p:cNvSpPr>
            <a:spLocks noGrp="1"/>
          </p:cNvSpPr>
          <p:nvPr>
            <p:ph type="body" sz="quarter" idx="10" hasCustomPrompt="1"/>
          </p:nvPr>
        </p:nvSpPr>
        <p:spPr>
          <a:xfrm>
            <a:off x="1565585" y="2768400"/>
            <a:ext cx="4764087" cy="2062162"/>
          </a:xfrm>
        </p:spPr>
        <p:txBody>
          <a:bodyPr/>
          <a:lstStyle>
            <a:lvl1pPr marL="0" indent="0" algn="ctr">
              <a:buNone/>
              <a:defRPr sz="2000">
                <a:solidFill>
                  <a:schemeClr val="tx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T. Prebibaj, Co-authors</a:t>
            </a:r>
          </a:p>
        </p:txBody>
      </p:sp>
      <p:sp>
        <p:nvSpPr>
          <p:cNvPr id="9" name="Text Placeholder 10">
            <a:extLst>
              <a:ext uri="{FF2B5EF4-FFF2-40B4-BE49-F238E27FC236}">
                <a16:creationId xmlns:a16="http://schemas.microsoft.com/office/drawing/2014/main" id="{DCD86E80-F64A-89E8-B175-5422CEA09F52}"/>
              </a:ext>
            </a:extLst>
          </p:cNvPr>
          <p:cNvSpPr>
            <a:spLocks noGrp="1"/>
          </p:cNvSpPr>
          <p:nvPr>
            <p:ph type="body" sz="quarter" idx="11" hasCustomPrompt="1"/>
          </p:nvPr>
        </p:nvSpPr>
        <p:spPr>
          <a:xfrm>
            <a:off x="1941986" y="5890026"/>
            <a:ext cx="4011283" cy="855880"/>
          </a:xfrm>
        </p:spPr>
        <p:txBody>
          <a:bodyPr/>
          <a:lstStyle>
            <a:lvl1pPr marL="0" indent="0" algn="ctr">
              <a:buNone/>
              <a:defRPr sz="2000">
                <a:solidFill>
                  <a:schemeClr val="tx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Date</a:t>
            </a:r>
          </a:p>
          <a:p>
            <a:pPr lvl="0"/>
            <a:r>
              <a:rPr lang="en-US" dirty="0"/>
              <a:t>Meeting</a:t>
            </a:r>
          </a:p>
        </p:txBody>
      </p:sp>
    </p:spTree>
    <p:extLst>
      <p:ext uri="{BB962C8B-B14F-4D97-AF65-F5344CB8AC3E}">
        <p14:creationId xmlns:p14="http://schemas.microsoft.com/office/powerpoint/2010/main" val="4278474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0033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C6B1-F6C8-49AD-9C3C-F718DCBFF8E0}"/>
              </a:ext>
            </a:extLst>
          </p:cNvPr>
          <p:cNvSpPr>
            <a:spLocks noGrp="1"/>
          </p:cNvSpPr>
          <p:nvPr>
            <p:ph type="title" hasCustomPrompt="1"/>
          </p:nvPr>
        </p:nvSpPr>
        <p:spPr>
          <a:xfrm>
            <a:off x="744583" y="0"/>
            <a:ext cx="10609217" cy="895441"/>
          </a:xfrm>
        </p:spPr>
        <p:txBody>
          <a:bodyPr>
            <a:normAutofit/>
          </a:bodyPr>
          <a:lstStyle>
            <a:lvl1pPr algn="ctr">
              <a:defRPr sz="4400" b="1" baseline="0">
                <a:solidFill>
                  <a:schemeClr val="bg1"/>
                </a:solidFill>
                <a:latin typeface="Arial" panose="020B0604020202020204" pitchFamily="34" charset="0"/>
              </a:defRPr>
            </a:lvl1pPr>
          </a:lstStyle>
          <a:p>
            <a:r>
              <a:rPr lang="en-US" dirty="0"/>
              <a:t>Outline</a:t>
            </a:r>
            <a:endParaRPr lang="el-GR" dirty="0"/>
          </a:p>
        </p:txBody>
      </p:sp>
      <p:sp>
        <p:nvSpPr>
          <p:cNvPr id="5" name="Text Placeholder 13">
            <a:extLst>
              <a:ext uri="{FF2B5EF4-FFF2-40B4-BE49-F238E27FC236}">
                <a16:creationId xmlns:a16="http://schemas.microsoft.com/office/drawing/2014/main" id="{117268AC-E326-6E95-4BB4-A432FD631513}"/>
              </a:ext>
            </a:extLst>
          </p:cNvPr>
          <p:cNvSpPr>
            <a:spLocks noGrp="1"/>
          </p:cNvSpPr>
          <p:nvPr>
            <p:ph type="body" sz="quarter" idx="13" hasCustomPrompt="1"/>
          </p:nvPr>
        </p:nvSpPr>
        <p:spPr>
          <a:xfrm>
            <a:off x="744583" y="1484671"/>
            <a:ext cx="10609217" cy="4777413"/>
          </a:xfrm>
        </p:spPr>
        <p:txBody>
          <a:bodyPr numCol="2">
            <a:normAutofit/>
          </a:bodyPr>
          <a:lstStyle>
            <a:lvl1pPr>
              <a:defRPr sz="3200" b="1">
                <a:solidFill>
                  <a:schemeClr val="bg1"/>
                </a:solidFill>
              </a:defRPr>
            </a:lvl1pPr>
          </a:lstStyle>
          <a:p>
            <a:pPr lvl="0"/>
            <a:r>
              <a:rPr lang="en-US" dirty="0"/>
              <a:t>Introduction</a:t>
            </a:r>
          </a:p>
          <a:p>
            <a:pPr lvl="0"/>
            <a:endParaRPr lang="en-US" dirty="0"/>
          </a:p>
          <a:p>
            <a:pPr lvl="0"/>
            <a:r>
              <a:rPr lang="en-US" dirty="0"/>
              <a:t>Section </a:t>
            </a:r>
          </a:p>
          <a:p>
            <a:pPr lvl="0"/>
            <a:endParaRPr lang="en-US" dirty="0"/>
          </a:p>
          <a:p>
            <a:pPr lvl="0"/>
            <a:r>
              <a:rPr lang="en-US" dirty="0"/>
              <a:t>Section</a:t>
            </a:r>
          </a:p>
          <a:p>
            <a:pPr lvl="0"/>
            <a:endParaRPr lang="en-US" dirty="0"/>
          </a:p>
          <a:p>
            <a:pPr lvl="0"/>
            <a:r>
              <a:rPr lang="en-US" dirty="0"/>
              <a:t>Summary</a:t>
            </a:r>
          </a:p>
        </p:txBody>
      </p:sp>
    </p:spTree>
    <p:extLst>
      <p:ext uri="{BB962C8B-B14F-4D97-AF65-F5344CB8AC3E}">
        <p14:creationId xmlns:p14="http://schemas.microsoft.com/office/powerpoint/2010/main" val="389098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in slide template">
    <p:bg>
      <p:bgPr>
        <a:solidFill>
          <a:schemeClr val="bg1"/>
        </a:solidFill>
        <a:effectLst/>
      </p:bgPr>
    </p:bg>
    <p:spTree>
      <p:nvGrpSpPr>
        <p:cNvPr id="1" name=""/>
        <p:cNvGrpSpPr/>
        <p:nvPr/>
      </p:nvGrpSpPr>
      <p:grpSpPr>
        <a:xfrm>
          <a:off x="0" y="0"/>
          <a:ext cx="0" cy="0"/>
          <a:chOff x="0" y="0"/>
          <a:chExt cx="0" cy="0"/>
        </a:xfrm>
      </p:grpSpPr>
      <p:sp>
        <p:nvSpPr>
          <p:cNvPr id="9" name="Title 9">
            <a:extLst>
              <a:ext uri="{FF2B5EF4-FFF2-40B4-BE49-F238E27FC236}">
                <a16:creationId xmlns:a16="http://schemas.microsoft.com/office/drawing/2014/main" id="{F57D4909-F085-65C6-7BA0-53579E713DBA}"/>
              </a:ext>
            </a:extLst>
          </p:cNvPr>
          <p:cNvSpPr>
            <a:spLocks noGrp="1"/>
          </p:cNvSpPr>
          <p:nvPr>
            <p:ph type="title"/>
          </p:nvPr>
        </p:nvSpPr>
        <p:spPr>
          <a:xfrm>
            <a:off x="0" y="0"/>
            <a:ext cx="12192000" cy="548637"/>
          </a:xfrm>
        </p:spPr>
        <p:txBody>
          <a:bodyPr>
            <a:noAutofit/>
          </a:bodyPr>
          <a:lstStyle>
            <a:lvl1pPr algn="ctr">
              <a:defRPr sz="4000" b="1">
                <a:solidFill>
                  <a:schemeClr val="tx2"/>
                </a:solidFill>
                <a:latin typeface="+mj-lt"/>
              </a:defRPr>
            </a:lvl1pPr>
          </a:lstStyle>
          <a:p>
            <a:endParaRPr lang="en-CH" dirty="0"/>
          </a:p>
        </p:txBody>
      </p:sp>
      <p:sp>
        <p:nvSpPr>
          <p:cNvPr id="10" name="TextBox 9">
            <a:extLst>
              <a:ext uri="{FF2B5EF4-FFF2-40B4-BE49-F238E27FC236}">
                <a16:creationId xmlns:a16="http://schemas.microsoft.com/office/drawing/2014/main" id="{3ADAB2D6-03BD-D28A-E9DB-A6EE2C926749}"/>
              </a:ext>
            </a:extLst>
          </p:cNvPr>
          <p:cNvSpPr txBox="1"/>
          <p:nvPr userDrawn="1"/>
        </p:nvSpPr>
        <p:spPr>
          <a:xfrm>
            <a:off x="5226782" y="6581000"/>
            <a:ext cx="1734213" cy="276999"/>
          </a:xfrm>
          <a:prstGeom prst="rect">
            <a:avLst/>
          </a:prstGeom>
          <a:noFill/>
        </p:spPr>
        <p:txBody>
          <a:bodyPr wrap="square" rtlCol="0">
            <a:spAutoFit/>
          </a:bodyPr>
          <a:lstStyle/>
          <a:p>
            <a:pPr algn="ctr"/>
            <a:r>
              <a:rPr lang="en-US" sz="1200" dirty="0">
                <a:solidFill>
                  <a:schemeClr val="tx2"/>
                </a:solidFill>
                <a:latin typeface="Arial" panose="020B0604020202020204" pitchFamily="34" charset="0"/>
                <a:cs typeface="Arial" panose="020B0604020202020204" pitchFamily="34" charset="0"/>
              </a:rPr>
              <a:t>tirsi.prebibaj@cern.ch</a:t>
            </a:r>
            <a:endParaRPr lang="el-GR" sz="1400" dirty="0">
              <a:solidFill>
                <a:schemeClr val="tx2"/>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D8323F2-79BC-F6E3-283D-6352569667F0}"/>
              </a:ext>
            </a:extLst>
          </p:cNvPr>
          <p:cNvSpPr txBox="1"/>
          <p:nvPr userDrawn="1"/>
        </p:nvSpPr>
        <p:spPr>
          <a:xfrm>
            <a:off x="-2" y="6597748"/>
            <a:ext cx="3201305" cy="276999"/>
          </a:xfrm>
          <a:prstGeom prst="rect">
            <a:avLst/>
          </a:prstGeom>
          <a:noFill/>
        </p:spPr>
        <p:txBody>
          <a:bodyPr wrap="square" rtlCol="0">
            <a:spAutoFit/>
          </a:bodyPr>
          <a:lstStyle/>
          <a:p>
            <a:r>
              <a:rPr lang="en-US" sz="1200" dirty="0">
                <a:solidFill>
                  <a:schemeClr val="tx2"/>
                </a:solidFill>
                <a:latin typeface="Arial" panose="020B0604020202020204" pitchFamily="34" charset="0"/>
                <a:cs typeface="Arial" panose="020B0604020202020204" pitchFamily="34" charset="0"/>
              </a:rPr>
              <a:t>EUROLABS – ATSOA 2025</a:t>
            </a:r>
            <a:endParaRPr lang="el-GR" sz="1400" dirty="0">
              <a:solidFill>
                <a:schemeClr val="tx2"/>
              </a:solidFill>
              <a:latin typeface="Arial" panose="020B0604020202020204" pitchFamily="34" charset="0"/>
              <a:cs typeface="Arial" panose="020B0604020202020204" pitchFamily="34" charset="0"/>
            </a:endParaRPr>
          </a:p>
        </p:txBody>
      </p:sp>
      <p:sp>
        <p:nvSpPr>
          <p:cNvPr id="12" name="Slide Number Placeholder 10">
            <a:extLst>
              <a:ext uri="{FF2B5EF4-FFF2-40B4-BE49-F238E27FC236}">
                <a16:creationId xmlns:a16="http://schemas.microsoft.com/office/drawing/2014/main" id="{2F0D3E15-90A9-7F9B-2903-9E57D17A636C}"/>
              </a:ext>
            </a:extLst>
          </p:cNvPr>
          <p:cNvSpPr>
            <a:spLocks noGrp="1"/>
          </p:cNvSpPr>
          <p:nvPr>
            <p:ph type="sldNum" sz="quarter" idx="12"/>
          </p:nvPr>
        </p:nvSpPr>
        <p:spPr>
          <a:xfrm>
            <a:off x="10311617" y="6597748"/>
            <a:ext cx="1880381" cy="260252"/>
          </a:xfrm>
          <a:prstGeom prst="rect">
            <a:avLst/>
          </a:prstGeom>
          <a:noFill/>
        </p:spPr>
        <p:txBody>
          <a:bodyPr/>
          <a:lstStyle>
            <a:lvl1pPr algn="r">
              <a:defRPr sz="1600" b="0" i="0">
                <a:solidFill>
                  <a:srgbClr val="0033A0"/>
                </a:solidFill>
                <a:latin typeface="Arial" panose="020B0604020202020204" pitchFamily="34" charset="0"/>
                <a:cs typeface="Arial" panose="020B0604020202020204" pitchFamily="34" charset="0"/>
              </a:defRPr>
            </a:lvl1pPr>
          </a:lstStyle>
          <a:p>
            <a:fld id="{A8ED8B99-2640-4528-BE06-488F2B48F17D}" type="slidenum">
              <a:rPr lang="el-GR" smtClean="0"/>
              <a:pPr/>
              <a:t>‹#›</a:t>
            </a:fld>
            <a:endParaRPr lang="el-GR" dirty="0"/>
          </a:p>
        </p:txBody>
      </p:sp>
      <p:sp>
        <p:nvSpPr>
          <p:cNvPr id="14" name="Text Placeholder 13">
            <a:extLst>
              <a:ext uri="{FF2B5EF4-FFF2-40B4-BE49-F238E27FC236}">
                <a16:creationId xmlns:a16="http://schemas.microsoft.com/office/drawing/2014/main" id="{5FBD074C-A50F-3C47-FB1A-CEAFB2A6DBC9}"/>
              </a:ext>
            </a:extLst>
          </p:cNvPr>
          <p:cNvSpPr>
            <a:spLocks noGrp="1"/>
          </p:cNvSpPr>
          <p:nvPr>
            <p:ph type="body" sz="quarter" idx="13"/>
          </p:nvPr>
        </p:nvSpPr>
        <p:spPr>
          <a:xfrm>
            <a:off x="409287" y="746648"/>
            <a:ext cx="11369201" cy="56530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999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p:bg>
      <p:bgPr>
        <a:solidFill>
          <a:srgbClr val="0033A0"/>
        </a:solidFill>
        <a:effectLst/>
      </p:bgPr>
    </p:bg>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3BC32926-AD1D-2427-1008-BE5A3269099D}"/>
              </a:ext>
            </a:extLst>
          </p:cNvPr>
          <p:cNvSpPr>
            <a:spLocks noGrp="1"/>
          </p:cNvSpPr>
          <p:nvPr>
            <p:ph type="title" hasCustomPrompt="1"/>
          </p:nvPr>
        </p:nvSpPr>
        <p:spPr>
          <a:xfrm>
            <a:off x="838200" y="1141080"/>
            <a:ext cx="10515600" cy="2631293"/>
          </a:xfrm>
        </p:spPr>
        <p:txBody>
          <a:bodyPr/>
          <a:lstStyle>
            <a:lvl1pPr algn="ctr">
              <a:defRPr b="1" spc="0" baseline="0">
                <a:solidFill>
                  <a:schemeClr val="bg1"/>
                </a:solidFill>
                <a:latin typeface="Arial" panose="020B0604020202020204" pitchFamily="34" charset="0"/>
              </a:defRPr>
            </a:lvl1pPr>
          </a:lstStyle>
          <a:p>
            <a:r>
              <a:rPr lang="en-US" dirty="0"/>
              <a:t>Section</a:t>
            </a:r>
            <a:endParaRPr lang="el-GR" dirty="0"/>
          </a:p>
        </p:txBody>
      </p:sp>
      <p:sp>
        <p:nvSpPr>
          <p:cNvPr id="4" name="Subtitle 2">
            <a:extLst>
              <a:ext uri="{FF2B5EF4-FFF2-40B4-BE49-F238E27FC236}">
                <a16:creationId xmlns:a16="http://schemas.microsoft.com/office/drawing/2014/main" id="{8B12508A-234B-EB10-A35D-CCDF1CE8AE28}"/>
              </a:ext>
            </a:extLst>
          </p:cNvPr>
          <p:cNvSpPr>
            <a:spLocks noGrp="1"/>
          </p:cNvSpPr>
          <p:nvPr>
            <p:ph type="subTitle" idx="1" hasCustomPrompt="1"/>
          </p:nvPr>
        </p:nvSpPr>
        <p:spPr>
          <a:xfrm>
            <a:off x="1524000" y="4189357"/>
            <a:ext cx="9144000" cy="1488688"/>
          </a:xfrm>
        </p:spPr>
        <p:txBody>
          <a:bodyPr/>
          <a:lstStyle>
            <a:lvl1pPr marL="0" indent="0" algn="ctr">
              <a:buNone/>
              <a:defRPr sz="2400" b="0" i="0" baseline="0">
                <a:solidFill>
                  <a:schemeClr val="bg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subtitle</a:t>
            </a:r>
            <a:endParaRPr lang="el-GR" dirty="0"/>
          </a:p>
        </p:txBody>
      </p:sp>
    </p:spTree>
    <p:extLst>
      <p:ext uri="{BB962C8B-B14F-4D97-AF65-F5344CB8AC3E}">
        <p14:creationId xmlns:p14="http://schemas.microsoft.com/office/powerpoint/2010/main" val="3359775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ERN logo small">
    <p:bg>
      <p:bgPr>
        <a:solidFill>
          <a:schemeClr val="tx1"/>
        </a:solidFill>
        <a:effectLst/>
      </p:bgPr>
    </p:bg>
    <p:spTree>
      <p:nvGrpSpPr>
        <p:cNvPr id="1" name=""/>
        <p:cNvGrpSpPr/>
        <p:nvPr/>
      </p:nvGrpSpPr>
      <p:grpSpPr>
        <a:xfrm>
          <a:off x="0" y="0"/>
          <a:ext cx="0" cy="0"/>
          <a:chOff x="0" y="0"/>
          <a:chExt cx="0" cy="0"/>
        </a:xfrm>
      </p:grpSpPr>
      <p:pic>
        <p:nvPicPr>
          <p:cNvPr id="4" name="Picture 3" descr="A blue sign with white text&#10;&#10;Description automatically generated">
            <a:extLst>
              <a:ext uri="{FF2B5EF4-FFF2-40B4-BE49-F238E27FC236}">
                <a16:creationId xmlns:a16="http://schemas.microsoft.com/office/drawing/2014/main" id="{8DA98946-99AB-DE0F-4E23-F9D5836602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96000" y="2529000"/>
            <a:ext cx="1800000" cy="1800000"/>
          </a:xfrm>
          <a:prstGeom prst="rect">
            <a:avLst/>
          </a:prstGeom>
        </p:spPr>
      </p:pic>
    </p:spTree>
    <p:extLst>
      <p:ext uri="{BB962C8B-B14F-4D97-AF65-F5344CB8AC3E}">
        <p14:creationId xmlns:p14="http://schemas.microsoft.com/office/powerpoint/2010/main" val="236135022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C8CAD8-AEEF-4E4F-BD5F-ECFB1A2F50AF}" type="datetime1">
              <a:rPr lang="el-GR" smtClean="0"/>
              <a:pPr/>
              <a:t>9/5/25</a:t>
            </a:fld>
            <a:endParaRPr lang="el-GR"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Tirsi Prebibaj</a:t>
            </a:r>
            <a:endParaRPr lang="el-G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64883079"/>
      </p:ext>
    </p:extLst>
  </p:cSld>
  <p:clrMap bg1="lt1" tx1="dk1" bg2="lt2" tx2="dk2" accent1="accent1" accent2="accent2" accent3="accent3" accent4="accent4" accent5="accent5" accent6="accent6" hlink="hlink" folHlink="folHlink"/>
  <p:sldLayoutIdLst>
    <p:sldLayoutId id="2147483680" r:id="rId1"/>
    <p:sldLayoutId id="2147483688" r:id="rId2"/>
    <p:sldLayoutId id="2147483684" r:id="rId3"/>
    <p:sldLayoutId id="2147483683" r:id="rId4"/>
    <p:sldLayoutId id="2147483685" r:id="rId5"/>
    <p:sldLayoutId id="2147483675" r:id="rId6"/>
    <p:sldLayoutId id="2147483686" r:id="rId7"/>
    <p:sldLayoutId id="2147483687" r:id="rId8"/>
    <p:sldLayoutId id="2147483681"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7.xml"/><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gif"/><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hyperlink" Target="https://nxcals-docs.web.cern.ch/current/" TargetMode="External"/><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hyperlink" Target="https://gitlab.cern.ch/abpcomputing/sandbox/pyjapcscout" TargetMode="External"/><Relationship Id="rId4" Type="http://schemas.openxmlformats.org/officeDocument/2006/relationships/hyperlink" Target="https://acc-py.web.cern.ch/gitlab/scripting-tools/pyjapc/docs/stabl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8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S1 report: PS Booster prepares for beam | CERN">
            <a:extLst>
              <a:ext uri="{FF2B5EF4-FFF2-40B4-BE49-F238E27FC236}">
                <a16:creationId xmlns:a16="http://schemas.microsoft.com/office/drawing/2014/main" id="{573C9B90-D9EA-A230-1782-67B62156A240}"/>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3"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496EA049-47E8-295F-3C36-D9E0C1EB8C9A}"/>
              </a:ext>
            </a:extLst>
          </p:cNvPr>
          <p:cNvSpPr>
            <a:spLocks noGrp="1"/>
          </p:cNvSpPr>
          <p:nvPr>
            <p:ph type="title"/>
          </p:nvPr>
        </p:nvSpPr>
        <p:spPr>
          <a:xfrm>
            <a:off x="776829" y="171765"/>
            <a:ext cx="10638332" cy="2410662"/>
          </a:xfrm>
        </p:spPr>
        <p:txBody>
          <a:bodyPr>
            <a:normAutofit fontScale="90000"/>
          </a:bodyPr>
          <a:lstStyle/>
          <a:p>
            <a:r>
              <a:rPr lang="en-US" dirty="0"/>
              <a:t>Introduction to the</a:t>
            </a:r>
            <a:br>
              <a:rPr lang="en-US" dirty="0"/>
            </a:br>
            <a:r>
              <a:rPr lang="en-US" dirty="0"/>
              <a:t>Proton Synchrotron Booster (PSB)</a:t>
            </a:r>
            <a:br>
              <a:rPr lang="en-US" dirty="0"/>
            </a:br>
            <a:br>
              <a:rPr lang="en-US" dirty="0"/>
            </a:br>
            <a:r>
              <a:rPr lang="en-US" sz="4000" dirty="0"/>
              <a:t>Accelerator, beams &amp; measurements</a:t>
            </a:r>
            <a:endParaRPr lang="en-US" dirty="0"/>
          </a:p>
        </p:txBody>
      </p:sp>
      <p:sp>
        <p:nvSpPr>
          <p:cNvPr id="7" name="Text Placeholder 2">
            <a:extLst>
              <a:ext uri="{FF2B5EF4-FFF2-40B4-BE49-F238E27FC236}">
                <a16:creationId xmlns:a16="http://schemas.microsoft.com/office/drawing/2014/main" id="{5BAB4F07-DE8B-EB56-0D1A-FC69AA6D11C8}"/>
              </a:ext>
            </a:extLst>
          </p:cNvPr>
          <p:cNvSpPr>
            <a:spLocks noGrp="1"/>
          </p:cNvSpPr>
          <p:nvPr>
            <p:ph type="body" sz="quarter" idx="10"/>
          </p:nvPr>
        </p:nvSpPr>
        <p:spPr>
          <a:xfrm>
            <a:off x="3713952" y="3758083"/>
            <a:ext cx="4764087" cy="1134547"/>
          </a:xfrm>
        </p:spPr>
        <p:txBody>
          <a:bodyPr>
            <a:normAutofit/>
          </a:bodyPr>
          <a:lstStyle/>
          <a:p>
            <a:r>
              <a:rPr lang="en-US" sz="2400" dirty="0"/>
              <a:t>Foteini Asvesta &amp; Tirsi Prebibaj</a:t>
            </a:r>
          </a:p>
        </p:txBody>
      </p:sp>
      <p:sp>
        <p:nvSpPr>
          <p:cNvPr id="8" name="Text Placeholder 3">
            <a:extLst>
              <a:ext uri="{FF2B5EF4-FFF2-40B4-BE49-F238E27FC236}">
                <a16:creationId xmlns:a16="http://schemas.microsoft.com/office/drawing/2014/main" id="{4390ABB9-E3D5-FFFC-BFDD-56A9E09E2BCD}"/>
              </a:ext>
            </a:extLst>
          </p:cNvPr>
          <p:cNvSpPr>
            <a:spLocks noGrp="1"/>
          </p:cNvSpPr>
          <p:nvPr>
            <p:ph type="body" sz="quarter" idx="11"/>
          </p:nvPr>
        </p:nvSpPr>
        <p:spPr>
          <a:xfrm>
            <a:off x="906021" y="5365820"/>
            <a:ext cx="10379948" cy="1452445"/>
          </a:xfrm>
        </p:spPr>
        <p:txBody>
          <a:bodyPr>
            <a:normAutofit/>
          </a:bodyPr>
          <a:lstStyle/>
          <a:p>
            <a:r>
              <a:rPr lang="en-US" sz="2400" dirty="0"/>
              <a:t>12-16/05/2025</a:t>
            </a:r>
          </a:p>
          <a:p>
            <a:r>
              <a:rPr lang="en-US" sz="2400" dirty="0"/>
              <a:t>Advanced Training School on Operation of Accelerators – ATSOA2025</a:t>
            </a:r>
          </a:p>
          <a:p>
            <a:r>
              <a:rPr lang="en-US" sz="2400" dirty="0"/>
              <a:t>EURO-LABS @ CERN</a:t>
            </a:r>
          </a:p>
        </p:txBody>
      </p:sp>
    </p:spTree>
    <p:extLst>
      <p:ext uri="{BB962C8B-B14F-4D97-AF65-F5344CB8AC3E}">
        <p14:creationId xmlns:p14="http://schemas.microsoft.com/office/powerpoint/2010/main" val="393528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2954-D4D6-7E32-5AA9-350001D078F0}"/>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4960A90C-6156-8D56-AA98-64342FA94ACF}"/>
              </a:ext>
            </a:extLst>
          </p:cNvPr>
          <p:cNvSpPr>
            <a:spLocks noGrp="1"/>
          </p:cNvSpPr>
          <p:nvPr>
            <p:ph type="body" sz="quarter" idx="13"/>
          </p:nvPr>
        </p:nvSpPr>
        <p:spPr/>
        <p:txBody>
          <a:bodyPr numCol="1">
            <a:normAutofit fontScale="70000" lnSpcReduction="20000"/>
          </a:bodyPr>
          <a:lstStyle/>
          <a:p>
            <a:pPr>
              <a:lnSpc>
                <a:spcPct val="150000"/>
              </a:lnSpc>
            </a:pPr>
            <a:r>
              <a:rPr lang="en-US" dirty="0"/>
              <a:t>CERN injectors complex &amp; facilities</a:t>
            </a:r>
          </a:p>
          <a:p>
            <a:pPr>
              <a:lnSpc>
                <a:spcPct val="150000"/>
              </a:lnSpc>
            </a:pPr>
            <a:r>
              <a:rPr lang="en-US" dirty="0"/>
              <a:t>PSB layout</a:t>
            </a:r>
          </a:p>
          <a:p>
            <a:pPr>
              <a:lnSpc>
                <a:spcPct val="150000"/>
              </a:lnSpc>
            </a:pPr>
            <a:r>
              <a:rPr lang="en-US" dirty="0"/>
              <a:t>Beam delivery – </a:t>
            </a:r>
            <a:r>
              <a:rPr lang="en-US" dirty="0" err="1"/>
              <a:t>supercycles</a:t>
            </a:r>
            <a:endParaRPr lang="en-US" dirty="0"/>
          </a:p>
          <a:p>
            <a:pPr>
              <a:lnSpc>
                <a:spcPct val="150000"/>
              </a:lnSpc>
            </a:pPr>
            <a:r>
              <a:rPr lang="en-US" dirty="0"/>
              <a:t>Beam instrumentation</a:t>
            </a:r>
          </a:p>
          <a:p>
            <a:pPr>
              <a:lnSpc>
                <a:spcPct val="150000"/>
              </a:lnSpc>
            </a:pPr>
            <a:r>
              <a:rPr lang="en-US" dirty="0"/>
              <a:t>Beam dynamics</a:t>
            </a:r>
          </a:p>
          <a:p>
            <a:pPr>
              <a:lnSpc>
                <a:spcPct val="150000"/>
              </a:lnSpc>
            </a:pPr>
            <a:r>
              <a:rPr lang="en-US" dirty="0"/>
              <a:t>Data acquisition</a:t>
            </a:r>
          </a:p>
          <a:p>
            <a:pPr>
              <a:lnSpc>
                <a:spcPct val="150000"/>
              </a:lnSpc>
            </a:pPr>
            <a:r>
              <a:rPr lang="en-US" dirty="0"/>
              <a:t>Measurements for today</a:t>
            </a:r>
          </a:p>
          <a:p>
            <a:pPr>
              <a:lnSpc>
                <a:spcPct val="150000"/>
              </a:lnSpc>
            </a:pPr>
            <a:r>
              <a:rPr lang="en-US" dirty="0"/>
              <a:t>Space charge &amp; resonances</a:t>
            </a:r>
          </a:p>
        </p:txBody>
      </p:sp>
    </p:spTree>
    <p:extLst>
      <p:ext uri="{BB962C8B-B14F-4D97-AF65-F5344CB8AC3E}">
        <p14:creationId xmlns:p14="http://schemas.microsoft.com/office/powerpoint/2010/main" val="1649322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868E-F642-52C5-A0C7-133BF79F379D}"/>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53E2476F-6D5F-43C4-0541-4CF0D5ABC9DB}"/>
              </a:ext>
            </a:extLst>
          </p:cNvPr>
          <p:cNvSpPr>
            <a:spLocks noGrp="1"/>
          </p:cNvSpPr>
          <p:nvPr>
            <p:ph type="sldNum" sz="quarter" idx="12"/>
          </p:nvPr>
        </p:nvSpPr>
        <p:spPr/>
        <p:txBody>
          <a:bodyPr/>
          <a:lstStyle/>
          <a:p>
            <a:fld id="{A8ED8B99-2640-4528-BE06-488F2B48F17D}" type="slidenum">
              <a:rPr lang="el-GR" smtClean="0"/>
              <a:pPr/>
              <a:t>4</a:t>
            </a:fld>
            <a:endParaRPr lang="el-GR" dirty="0"/>
          </a:p>
        </p:txBody>
      </p:sp>
      <p:pic>
        <p:nvPicPr>
          <p:cNvPr id="6" name="Picture 2">
            <a:extLst>
              <a:ext uri="{FF2B5EF4-FFF2-40B4-BE49-F238E27FC236}">
                <a16:creationId xmlns:a16="http://schemas.microsoft.com/office/drawing/2014/main" id="{00920221-C9BF-89F8-D438-E84891A5C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6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C8D10-D885-A2E6-C9C3-8315BC91E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C2BBB-32F7-7F4A-CF1E-2B9E6CC8D9E9}"/>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4E306052-D529-C2F3-CAB4-152B0DAC0DDF}"/>
              </a:ext>
            </a:extLst>
          </p:cNvPr>
          <p:cNvSpPr>
            <a:spLocks noGrp="1"/>
          </p:cNvSpPr>
          <p:nvPr>
            <p:ph type="sldNum" sz="quarter" idx="12"/>
          </p:nvPr>
        </p:nvSpPr>
        <p:spPr/>
        <p:txBody>
          <a:bodyPr/>
          <a:lstStyle/>
          <a:p>
            <a:fld id="{A8ED8B99-2640-4528-BE06-488F2B48F17D}" type="slidenum">
              <a:rPr lang="el-GR" smtClean="0"/>
              <a:pPr/>
              <a:t>5</a:t>
            </a:fld>
            <a:endParaRPr lang="el-GR" dirty="0"/>
          </a:p>
        </p:txBody>
      </p:sp>
      <p:pic>
        <p:nvPicPr>
          <p:cNvPr id="4" name="Picture 2">
            <a:extLst>
              <a:ext uri="{FF2B5EF4-FFF2-40B4-BE49-F238E27FC236}">
                <a16:creationId xmlns:a16="http://schemas.microsoft.com/office/drawing/2014/main" id="{A62A9C0B-28AD-4FBB-509C-58DE9A214983}"/>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omputer screen shot of a diagram&#10;&#10;Description automatically generated">
            <a:extLst>
              <a:ext uri="{FF2B5EF4-FFF2-40B4-BE49-F238E27FC236}">
                <a16:creationId xmlns:a16="http://schemas.microsoft.com/office/drawing/2014/main" id="{DDEF2045-8CA1-BBE4-A885-FD3142153F24}"/>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199" cy="5797761"/>
          </a:xfrm>
          <a:prstGeom prst="rect">
            <a:avLst/>
          </a:prstGeom>
        </p:spPr>
      </p:pic>
    </p:spTree>
    <p:extLst>
      <p:ext uri="{BB962C8B-B14F-4D97-AF65-F5344CB8AC3E}">
        <p14:creationId xmlns:p14="http://schemas.microsoft.com/office/powerpoint/2010/main" val="3008145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36B8C-227F-C7D1-681F-B2C5C77D8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C078B-3A1A-0E84-0247-30D0D9BDAE05}"/>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AF2E8E9D-67B7-C037-2430-A844A51CBF41}"/>
              </a:ext>
            </a:extLst>
          </p:cNvPr>
          <p:cNvSpPr>
            <a:spLocks noGrp="1"/>
          </p:cNvSpPr>
          <p:nvPr>
            <p:ph type="sldNum" sz="quarter" idx="12"/>
          </p:nvPr>
        </p:nvSpPr>
        <p:spPr/>
        <p:txBody>
          <a:bodyPr/>
          <a:lstStyle/>
          <a:p>
            <a:fld id="{A8ED8B99-2640-4528-BE06-488F2B48F17D}" type="slidenum">
              <a:rPr lang="el-GR" smtClean="0"/>
              <a:pPr/>
              <a:t>6</a:t>
            </a:fld>
            <a:endParaRPr lang="el-GR" dirty="0"/>
          </a:p>
        </p:txBody>
      </p:sp>
      <p:pic>
        <p:nvPicPr>
          <p:cNvPr id="4" name="Picture 2">
            <a:extLst>
              <a:ext uri="{FF2B5EF4-FFF2-40B4-BE49-F238E27FC236}">
                <a16:creationId xmlns:a16="http://schemas.microsoft.com/office/drawing/2014/main" id="{7F9FF266-8A59-60EE-646B-5474AF49D011}"/>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omputer screen shot of a diagram&#10;&#10;Description automatically generated">
            <a:extLst>
              <a:ext uri="{FF2B5EF4-FFF2-40B4-BE49-F238E27FC236}">
                <a16:creationId xmlns:a16="http://schemas.microsoft.com/office/drawing/2014/main" id="{DCC7BE15-FD86-66A6-14A8-AC1CFB54B8A3}"/>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1" y="637815"/>
            <a:ext cx="11082198" cy="5797760"/>
          </a:xfrm>
          <a:prstGeom prst="rect">
            <a:avLst/>
          </a:prstGeom>
        </p:spPr>
      </p:pic>
    </p:spTree>
    <p:extLst>
      <p:ext uri="{BB962C8B-B14F-4D97-AF65-F5344CB8AC3E}">
        <p14:creationId xmlns:p14="http://schemas.microsoft.com/office/powerpoint/2010/main" val="1830576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7541-3B8A-B6D4-C285-808EC8D2E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97C5D-D1A3-4AB4-069A-90C17439C9C3}"/>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2FD6C30B-0EDF-AF78-FFFB-B565F5820517}"/>
              </a:ext>
            </a:extLst>
          </p:cNvPr>
          <p:cNvSpPr>
            <a:spLocks noGrp="1"/>
          </p:cNvSpPr>
          <p:nvPr>
            <p:ph type="sldNum" sz="quarter" idx="12"/>
          </p:nvPr>
        </p:nvSpPr>
        <p:spPr/>
        <p:txBody>
          <a:bodyPr/>
          <a:lstStyle/>
          <a:p>
            <a:fld id="{A8ED8B99-2640-4528-BE06-488F2B48F17D}" type="slidenum">
              <a:rPr lang="el-GR" smtClean="0"/>
              <a:pPr/>
              <a:t>7</a:t>
            </a:fld>
            <a:endParaRPr lang="el-GR" dirty="0"/>
          </a:p>
        </p:txBody>
      </p:sp>
      <p:pic>
        <p:nvPicPr>
          <p:cNvPr id="4" name="Picture 2">
            <a:extLst>
              <a:ext uri="{FF2B5EF4-FFF2-40B4-BE49-F238E27FC236}">
                <a16:creationId xmlns:a16="http://schemas.microsoft.com/office/drawing/2014/main" id="{5525A46A-3D6D-1F08-E9E4-6FA8BDEFA576}"/>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diagram of a structure&#10;&#10;Description automatically generated with medium confidence">
            <a:extLst>
              <a:ext uri="{FF2B5EF4-FFF2-40B4-BE49-F238E27FC236}">
                <a16:creationId xmlns:a16="http://schemas.microsoft.com/office/drawing/2014/main" id="{84BE6267-075D-ABA8-8AC1-6523C88C7756}"/>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199" cy="5797761"/>
          </a:xfrm>
          <a:prstGeom prst="rect">
            <a:avLst/>
          </a:prstGeom>
        </p:spPr>
      </p:pic>
    </p:spTree>
    <p:extLst>
      <p:ext uri="{BB962C8B-B14F-4D97-AF65-F5344CB8AC3E}">
        <p14:creationId xmlns:p14="http://schemas.microsoft.com/office/powerpoint/2010/main" val="18232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10E8A-DE25-05C3-D04E-777448CFA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9A58B-DBD5-28DC-B1E5-8F43FBCE5E94}"/>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872FFC53-7627-5CBA-1D6F-5BECA883F386}"/>
              </a:ext>
            </a:extLst>
          </p:cNvPr>
          <p:cNvSpPr>
            <a:spLocks noGrp="1"/>
          </p:cNvSpPr>
          <p:nvPr>
            <p:ph type="sldNum" sz="quarter" idx="12"/>
          </p:nvPr>
        </p:nvSpPr>
        <p:spPr/>
        <p:txBody>
          <a:bodyPr/>
          <a:lstStyle/>
          <a:p>
            <a:fld id="{A8ED8B99-2640-4528-BE06-488F2B48F17D}" type="slidenum">
              <a:rPr lang="el-GR" smtClean="0"/>
              <a:pPr/>
              <a:t>8</a:t>
            </a:fld>
            <a:endParaRPr lang="el-GR" dirty="0"/>
          </a:p>
        </p:txBody>
      </p:sp>
      <p:pic>
        <p:nvPicPr>
          <p:cNvPr id="4" name="Picture 2">
            <a:extLst>
              <a:ext uri="{FF2B5EF4-FFF2-40B4-BE49-F238E27FC236}">
                <a16:creationId xmlns:a16="http://schemas.microsoft.com/office/drawing/2014/main" id="{A20E66A5-30D6-1A59-A24B-0E50E3110A3C}"/>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text and circles&#10;&#10;Description automatically generated with medium confidence">
            <a:extLst>
              <a:ext uri="{FF2B5EF4-FFF2-40B4-BE49-F238E27FC236}">
                <a16:creationId xmlns:a16="http://schemas.microsoft.com/office/drawing/2014/main" id="{DB154D8D-5E8B-8FB6-CD6E-DC85B2F4AF7F}"/>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4"/>
            <a:ext cx="11082567" cy="5797953"/>
          </a:xfrm>
          <a:prstGeom prst="rect">
            <a:avLst/>
          </a:prstGeom>
        </p:spPr>
      </p:pic>
    </p:spTree>
    <p:extLst>
      <p:ext uri="{BB962C8B-B14F-4D97-AF65-F5344CB8AC3E}">
        <p14:creationId xmlns:p14="http://schemas.microsoft.com/office/powerpoint/2010/main" val="351241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134C-6BCE-57B7-378A-D3F474E72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F9286-3BD7-CC17-0306-E88E764165E7}"/>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92A91C35-5C3C-7355-BB40-18F39EE0DAE3}"/>
              </a:ext>
            </a:extLst>
          </p:cNvPr>
          <p:cNvSpPr>
            <a:spLocks noGrp="1"/>
          </p:cNvSpPr>
          <p:nvPr>
            <p:ph type="sldNum" sz="quarter" idx="12"/>
          </p:nvPr>
        </p:nvSpPr>
        <p:spPr/>
        <p:txBody>
          <a:bodyPr/>
          <a:lstStyle/>
          <a:p>
            <a:fld id="{A8ED8B99-2640-4528-BE06-488F2B48F17D}" type="slidenum">
              <a:rPr lang="el-GR" smtClean="0"/>
              <a:pPr/>
              <a:t>9</a:t>
            </a:fld>
            <a:endParaRPr lang="el-GR" dirty="0"/>
          </a:p>
        </p:txBody>
      </p:sp>
      <p:pic>
        <p:nvPicPr>
          <p:cNvPr id="4" name="Picture 2">
            <a:extLst>
              <a:ext uri="{FF2B5EF4-FFF2-40B4-BE49-F238E27FC236}">
                <a16:creationId xmlns:a16="http://schemas.microsoft.com/office/drawing/2014/main" id="{FFF0AA45-2669-33CE-F0CD-9CAA7E174CE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diagram of a diagram&#10;&#10;Description automatically generated">
            <a:extLst>
              <a:ext uri="{FF2B5EF4-FFF2-40B4-BE49-F238E27FC236}">
                <a16:creationId xmlns:a16="http://schemas.microsoft.com/office/drawing/2014/main" id="{DA4B1EED-6064-4178-48DF-991C570E8F92}"/>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565" cy="5797952"/>
          </a:xfrm>
          <a:prstGeom prst="rect">
            <a:avLst/>
          </a:prstGeom>
        </p:spPr>
      </p:pic>
    </p:spTree>
    <p:extLst>
      <p:ext uri="{BB962C8B-B14F-4D97-AF65-F5344CB8AC3E}">
        <p14:creationId xmlns:p14="http://schemas.microsoft.com/office/powerpoint/2010/main" val="811278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3F9A5-D0C2-E66B-F7F9-E7E4DA5DE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704E4-637B-98F2-E7A9-59394864368A}"/>
              </a:ext>
            </a:extLst>
          </p:cNvPr>
          <p:cNvSpPr>
            <a:spLocks noGrp="1"/>
          </p:cNvSpPr>
          <p:nvPr>
            <p:ph type="title"/>
          </p:nvPr>
        </p:nvSpPr>
        <p:spPr/>
        <p:txBody>
          <a:bodyPr/>
          <a:lstStyle/>
          <a:p>
            <a:r>
              <a:rPr lang="en-US" dirty="0"/>
              <a:t>CERN accelerator complex &amp; facilities</a:t>
            </a:r>
          </a:p>
        </p:txBody>
      </p:sp>
      <p:sp>
        <p:nvSpPr>
          <p:cNvPr id="3" name="Slide Number Placeholder 2">
            <a:extLst>
              <a:ext uri="{FF2B5EF4-FFF2-40B4-BE49-F238E27FC236}">
                <a16:creationId xmlns:a16="http://schemas.microsoft.com/office/drawing/2014/main" id="{1422CFA8-3ECA-E5C6-F1E4-2046DB53F534}"/>
              </a:ext>
            </a:extLst>
          </p:cNvPr>
          <p:cNvSpPr>
            <a:spLocks noGrp="1"/>
          </p:cNvSpPr>
          <p:nvPr>
            <p:ph type="sldNum" sz="quarter" idx="12"/>
          </p:nvPr>
        </p:nvSpPr>
        <p:spPr/>
        <p:txBody>
          <a:bodyPr/>
          <a:lstStyle/>
          <a:p>
            <a:fld id="{A8ED8B99-2640-4528-BE06-488F2B48F17D}" type="slidenum">
              <a:rPr lang="el-GR" smtClean="0"/>
              <a:pPr/>
              <a:t>10</a:t>
            </a:fld>
            <a:endParaRPr lang="el-GR" dirty="0"/>
          </a:p>
        </p:txBody>
      </p:sp>
      <p:pic>
        <p:nvPicPr>
          <p:cNvPr id="4" name="Picture 2">
            <a:extLst>
              <a:ext uri="{FF2B5EF4-FFF2-40B4-BE49-F238E27FC236}">
                <a16:creationId xmlns:a16="http://schemas.microsoft.com/office/drawing/2014/main" id="{0FB05EFB-B516-5102-5830-FE7AFCDA47C8}"/>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20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386A-8E74-F6A3-C8DC-FF2ABF99E1C7}"/>
              </a:ext>
            </a:extLst>
          </p:cNvPr>
          <p:cNvSpPr>
            <a:spLocks noGrp="1"/>
          </p:cNvSpPr>
          <p:nvPr>
            <p:ph type="title"/>
          </p:nvPr>
        </p:nvSpPr>
        <p:spPr/>
        <p:txBody>
          <a:bodyPr/>
          <a:lstStyle/>
          <a:p>
            <a:r>
              <a:rPr lang="en-US" dirty="0"/>
              <a:t>PSB layout</a:t>
            </a:r>
          </a:p>
        </p:txBody>
      </p:sp>
      <p:sp>
        <p:nvSpPr>
          <p:cNvPr id="3" name="Slide Number Placeholder 2">
            <a:extLst>
              <a:ext uri="{FF2B5EF4-FFF2-40B4-BE49-F238E27FC236}">
                <a16:creationId xmlns:a16="http://schemas.microsoft.com/office/drawing/2014/main" id="{77104492-C6D6-E0F7-5CAE-1788AF0BE719}"/>
              </a:ext>
            </a:extLst>
          </p:cNvPr>
          <p:cNvSpPr>
            <a:spLocks noGrp="1"/>
          </p:cNvSpPr>
          <p:nvPr>
            <p:ph type="sldNum" sz="quarter" idx="12"/>
          </p:nvPr>
        </p:nvSpPr>
        <p:spPr/>
        <p:txBody>
          <a:bodyPr/>
          <a:lstStyle/>
          <a:p>
            <a:fld id="{A8ED8B99-2640-4528-BE06-488F2B48F17D}" type="slidenum">
              <a:rPr lang="el-GR" smtClean="0"/>
              <a:pPr/>
              <a:t>11</a:t>
            </a:fld>
            <a:endParaRPr lang="el-GR" dirty="0"/>
          </a:p>
        </p:txBody>
      </p:sp>
      <p:pic>
        <p:nvPicPr>
          <p:cNvPr id="5" name="Picture 2">
            <a:extLst>
              <a:ext uri="{FF2B5EF4-FFF2-40B4-BE49-F238E27FC236}">
                <a16:creationId xmlns:a16="http://schemas.microsoft.com/office/drawing/2014/main" id="{5B2F21A1-A209-7344-B305-F41CDB71C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65BBBB7D-2573-07F4-659D-F9798C933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4049" y="2772526"/>
            <a:ext cx="3505200" cy="24003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 Placeholder 3">
                <a:extLst>
                  <a:ext uri="{FF2B5EF4-FFF2-40B4-BE49-F238E27FC236}">
                    <a16:creationId xmlns:a16="http://schemas.microsoft.com/office/drawing/2014/main" id="{897E28C4-C78F-E85B-7C41-29584CF26E54}"/>
                  </a:ext>
                </a:extLst>
              </p:cNvPr>
              <p:cNvSpPr>
                <a:spLocks noGrp="1"/>
              </p:cNvSpPr>
              <p:nvPr>
                <p:ph type="body" sz="quarter" idx="13"/>
              </p:nvPr>
            </p:nvSpPr>
            <p:spPr>
              <a:xfrm>
                <a:off x="6096000" y="746648"/>
                <a:ext cx="5682488" cy="5653088"/>
              </a:xfrm>
            </p:spPr>
            <p:txBody>
              <a:bodyPr/>
              <a:lstStyle/>
              <a:p>
                <a:pPr marL="285750" indent="-285750">
                  <a:buFont typeface="Arial" panose="020B0604020202020204" pitchFamily="34" charset="0"/>
                  <a:buChar char="•"/>
                </a:pPr>
                <a:r>
                  <a:rPr lang="en-CH" sz="2000" dirty="0">
                    <a:cs typeface="Arial" panose="020B0604020202020204" pitchFamily="34" charset="0"/>
                  </a:rPr>
                  <a:t>4 identical superimposed rings of </a:t>
                </a:r>
                <a14:m>
                  <m:oMath xmlns:m="http://schemas.openxmlformats.org/officeDocument/2006/math">
                    <m:r>
                      <a:rPr lang="en-US" sz="2000" b="0" i="1" smtClean="0">
                        <a:latin typeface="Cambria Math" panose="02040503050406030204" pitchFamily="18" charset="0"/>
                      </a:rPr>
                      <m:t>25</m:t>
                    </m:r>
                  </m:oMath>
                </a14:m>
                <a:r>
                  <a:rPr lang="en-CH" sz="2000" dirty="0">
                    <a:cs typeface="Arial" panose="020B0604020202020204" pitchFamily="34" charset="0"/>
                  </a:rPr>
                  <a:t>m </a:t>
                </a:r>
                <a:r>
                  <a:rPr lang="en-CH" sz="2000">
                    <a:cs typeface="Arial" panose="020B0604020202020204" pitchFamily="34" charset="0"/>
                  </a:rPr>
                  <a:t>radius.</a:t>
                </a:r>
                <a:endParaRPr lang="en-CH" sz="2000" dirty="0">
                  <a:cs typeface="Arial" panose="020B0604020202020204" pitchFamily="34" charset="0"/>
                </a:endParaRPr>
              </a:p>
              <a:p>
                <a:pPr marL="285750" indent="-285750">
                  <a:buFont typeface="Arial" panose="020B0604020202020204" pitchFamily="34" charset="0"/>
                  <a:buChar char="•"/>
                </a:pPr>
                <a:r>
                  <a:rPr lang="en-CH" sz="2000" dirty="0">
                    <a:cs typeface="Arial" panose="020B0604020202020204" pitchFamily="34" charset="0"/>
                  </a:rPr>
                  <a:t>Acceleration </a:t>
                </a:r>
                <a:r>
                  <a:rPr lang="en-CH" sz="2000">
                    <a:cs typeface="Arial" panose="020B0604020202020204" pitchFamily="34" charset="0"/>
                  </a:rPr>
                  <a:t>from </a:t>
                </a:r>
                <a:r>
                  <a:rPr lang="en-US" sz="2000" dirty="0">
                    <a:cs typeface="Arial" panose="020B0604020202020204" pitchFamily="34" charset="0"/>
                  </a:rPr>
                  <a:t>160 </a:t>
                </a:r>
                <a:r>
                  <a:rPr lang="en-CH" sz="2000">
                    <a:cs typeface="Arial" panose="020B0604020202020204" pitchFamily="34" charset="0"/>
                  </a:rPr>
                  <a:t>MeV to </a:t>
                </a:r>
                <a:r>
                  <a:rPr lang="en-US" sz="2000" dirty="0">
                    <a:cs typeface="Arial" panose="020B0604020202020204" pitchFamily="34" charset="0"/>
                  </a:rPr>
                  <a:t>2 </a:t>
                </a:r>
                <a:r>
                  <a:rPr lang="en-CH" sz="2000">
                    <a:cs typeface="Arial" panose="020B0604020202020204" pitchFamily="34" charset="0"/>
                  </a:rPr>
                  <a:t>GeV in </a:t>
                </a:r>
                <a:r>
                  <a:rPr lang="en-US" sz="2000" dirty="0">
                    <a:cs typeface="Arial" panose="020B0604020202020204" pitchFamily="34" charset="0"/>
                  </a:rPr>
                  <a:t>~0.5 </a:t>
                </a:r>
                <a:r>
                  <a:rPr lang="en-CH" sz="2000">
                    <a:cs typeface="Arial" panose="020B0604020202020204" pitchFamily="34" charset="0"/>
                  </a:rPr>
                  <a:t>sec.</a:t>
                </a:r>
                <a:endParaRPr lang="en-CH" sz="2000" dirty="0">
                  <a:cs typeface="Arial" panose="020B0604020202020204" pitchFamily="34" charset="0"/>
                </a:endParaRPr>
              </a:p>
              <a:p>
                <a:pPr marL="285750" indent="-285750">
                  <a:buFont typeface="Arial" panose="020B0604020202020204" pitchFamily="34" charset="0"/>
                  <a:buChar char="•"/>
                </a:pPr>
                <a:r>
                  <a:rPr lang="en-CH" sz="2000" dirty="0">
                    <a:cs typeface="Arial" panose="020B0604020202020204" pitchFamily="34" charset="0"/>
                  </a:rPr>
                  <a:t>Common injection and extraction line.  </a:t>
                </a:r>
              </a:p>
              <a:p>
                <a:endParaRPr lang="en-US" dirty="0"/>
              </a:p>
            </p:txBody>
          </p:sp>
        </mc:Choice>
        <mc:Fallback xmlns="">
          <p:sp>
            <p:nvSpPr>
              <p:cNvPr id="7" name="Text Placeholder 3">
                <a:extLst>
                  <a:ext uri="{FF2B5EF4-FFF2-40B4-BE49-F238E27FC236}">
                    <a16:creationId xmlns:a16="http://schemas.microsoft.com/office/drawing/2014/main" id="{897E28C4-C78F-E85B-7C41-29584CF26E54}"/>
                  </a:ext>
                </a:extLst>
              </p:cNvPr>
              <p:cNvSpPr>
                <a:spLocks noGrp="1" noRot="1" noChangeAspect="1" noMove="1" noResize="1" noEditPoints="1" noAdjustHandles="1" noChangeArrowheads="1" noChangeShapeType="1" noTextEdit="1"/>
              </p:cNvSpPr>
              <p:nvPr>
                <p:ph type="body" sz="quarter" idx="13"/>
              </p:nvPr>
            </p:nvSpPr>
            <p:spPr>
              <a:xfrm>
                <a:off x="6096000" y="746648"/>
                <a:ext cx="5682488" cy="5653088"/>
              </a:xfrm>
              <a:blipFill>
                <a:blip r:embed="rId4"/>
                <a:stretch>
                  <a:fillRect l="-893" t="-895"/>
                </a:stretch>
              </a:blipFill>
            </p:spPr>
            <p:txBody>
              <a:bodyPr/>
              <a:lstStyle/>
              <a:p>
                <a:r>
                  <a:rPr lang="en-US">
                    <a:noFill/>
                  </a:rPr>
                  <a:t> </a:t>
                </a:r>
              </a:p>
            </p:txBody>
          </p:sp>
        </mc:Fallback>
      </mc:AlternateContent>
    </p:spTree>
    <p:extLst>
      <p:ext uri="{BB962C8B-B14F-4D97-AF65-F5344CB8AC3E}">
        <p14:creationId xmlns:p14="http://schemas.microsoft.com/office/powerpoint/2010/main" val="2631632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400A9-043C-CA8E-F47A-2301C2F38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70737-2CAF-4B72-68FB-7870CD8FF969}"/>
              </a:ext>
            </a:extLst>
          </p:cNvPr>
          <p:cNvSpPr>
            <a:spLocks noGrp="1"/>
          </p:cNvSpPr>
          <p:nvPr>
            <p:ph type="title"/>
          </p:nvPr>
        </p:nvSpPr>
        <p:spPr/>
        <p:txBody>
          <a:bodyPr/>
          <a:lstStyle/>
          <a:p>
            <a:r>
              <a:rPr lang="en-US" dirty="0"/>
              <a:t>PSB layout</a:t>
            </a:r>
          </a:p>
        </p:txBody>
      </p:sp>
      <p:sp>
        <p:nvSpPr>
          <p:cNvPr id="3" name="Slide Number Placeholder 2">
            <a:extLst>
              <a:ext uri="{FF2B5EF4-FFF2-40B4-BE49-F238E27FC236}">
                <a16:creationId xmlns:a16="http://schemas.microsoft.com/office/drawing/2014/main" id="{A33C8BE8-664B-F9E1-5C9C-8BAC6A4E8A7F}"/>
              </a:ext>
            </a:extLst>
          </p:cNvPr>
          <p:cNvSpPr>
            <a:spLocks noGrp="1"/>
          </p:cNvSpPr>
          <p:nvPr>
            <p:ph type="sldNum" sz="quarter" idx="12"/>
          </p:nvPr>
        </p:nvSpPr>
        <p:spPr/>
        <p:txBody>
          <a:bodyPr/>
          <a:lstStyle/>
          <a:p>
            <a:fld id="{A8ED8B99-2640-4528-BE06-488F2B48F17D}" type="slidenum">
              <a:rPr lang="el-GR" smtClean="0"/>
              <a:pPr/>
              <a:t>12</a:t>
            </a:fld>
            <a:endParaRPr lang="el-GR" dirty="0"/>
          </a:p>
        </p:txBody>
      </p:sp>
      <p:pic>
        <p:nvPicPr>
          <p:cNvPr id="5" name="Picture 2">
            <a:extLst>
              <a:ext uri="{FF2B5EF4-FFF2-40B4-BE49-F238E27FC236}">
                <a16:creationId xmlns:a16="http://schemas.microsoft.com/office/drawing/2014/main" id="{AE7C9672-54CD-903F-B940-B0B6BDBF1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FDE3776A-EA74-CDBB-29B7-91D02E6DF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851" y="3605643"/>
            <a:ext cx="6759040" cy="2668042"/>
          </a:xfrm>
          <a:prstGeom prst="rect">
            <a:avLst/>
          </a:prstGeom>
          <a:noFill/>
          <a:ln w="38100">
            <a:solidFill>
              <a:schemeClr val="tx2"/>
            </a:solidFill>
          </a:ln>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9C584904-B6CF-4C0D-5D78-683432273EBF}"/>
              </a:ext>
            </a:extLst>
          </p:cNvPr>
          <p:cNvSpPr/>
          <p:nvPr/>
        </p:nvSpPr>
        <p:spPr>
          <a:xfrm rot="18901886">
            <a:off x="3707696" y="2874553"/>
            <a:ext cx="551467" cy="375367"/>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9" name="Straight Arrow Connector 8">
            <a:extLst>
              <a:ext uri="{FF2B5EF4-FFF2-40B4-BE49-F238E27FC236}">
                <a16:creationId xmlns:a16="http://schemas.microsoft.com/office/drawing/2014/main" id="{9399A77D-071B-2247-C299-B3AC228AB0CB}"/>
              </a:ext>
            </a:extLst>
          </p:cNvPr>
          <p:cNvCxnSpPr>
            <a:cxnSpLocks/>
            <a:stCxn id="8" idx="4"/>
          </p:cNvCxnSpPr>
          <p:nvPr/>
        </p:nvCxnSpPr>
        <p:spPr>
          <a:xfrm>
            <a:off x="4116069" y="3195021"/>
            <a:ext cx="425782" cy="410622"/>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 Placeholder 3">
                <a:extLst>
                  <a:ext uri="{FF2B5EF4-FFF2-40B4-BE49-F238E27FC236}">
                    <a16:creationId xmlns:a16="http://schemas.microsoft.com/office/drawing/2014/main" id="{85DAAF16-BCE1-5B0C-C28A-8E44ED531638}"/>
                  </a:ext>
                </a:extLst>
              </p:cNvPr>
              <p:cNvSpPr>
                <a:spLocks noGrp="1"/>
              </p:cNvSpPr>
              <p:nvPr>
                <p:ph type="body" sz="quarter" idx="13"/>
              </p:nvPr>
            </p:nvSpPr>
            <p:spPr>
              <a:xfrm>
                <a:off x="6096000" y="746648"/>
                <a:ext cx="5682488" cy="5653088"/>
              </a:xfrm>
            </p:spPr>
            <p:txBody>
              <a:bodyPr/>
              <a:lstStyle/>
              <a:p>
                <a:pPr marL="285750" indent="-285750"/>
                <a:r>
                  <a:rPr lang="en-CH" sz="2000" dirty="0">
                    <a:cs typeface="Arial" panose="020B0604020202020204" pitchFamily="34" charset="0"/>
                  </a:rPr>
                  <a:t>4 identical superimposed rings of </a:t>
                </a:r>
                <a14:m>
                  <m:oMath xmlns:m="http://schemas.openxmlformats.org/officeDocument/2006/math">
                    <m:r>
                      <a:rPr lang="en-US" sz="2000" i="1">
                        <a:latin typeface="Cambria Math" panose="02040503050406030204" pitchFamily="18" charset="0"/>
                      </a:rPr>
                      <m:t>25</m:t>
                    </m:r>
                  </m:oMath>
                </a14:m>
                <a:r>
                  <a:rPr lang="en-CH" sz="2000" dirty="0">
                    <a:cs typeface="Arial" panose="020B0604020202020204" pitchFamily="34" charset="0"/>
                  </a:rPr>
                  <a:t>m </a:t>
                </a:r>
                <a:r>
                  <a:rPr lang="en-CH" sz="2000">
                    <a:cs typeface="Arial" panose="020B0604020202020204" pitchFamily="34" charset="0"/>
                  </a:rPr>
                  <a:t>radius.</a:t>
                </a:r>
                <a:endParaRPr lang="en-CH" sz="2000" dirty="0">
                  <a:cs typeface="Arial" panose="020B0604020202020204" pitchFamily="34" charset="0"/>
                </a:endParaRPr>
              </a:p>
              <a:p>
                <a:pPr marL="285750" indent="-285750"/>
                <a:r>
                  <a:rPr lang="en-CH" sz="2000" dirty="0">
                    <a:cs typeface="Arial" panose="020B0604020202020204" pitchFamily="34" charset="0"/>
                  </a:rPr>
                  <a:t>Acceleration </a:t>
                </a:r>
                <a:r>
                  <a:rPr lang="en-CH" sz="2000">
                    <a:cs typeface="Arial" panose="020B0604020202020204" pitchFamily="34" charset="0"/>
                  </a:rPr>
                  <a:t>from </a:t>
                </a:r>
                <a:r>
                  <a:rPr lang="en-US" sz="2000" dirty="0">
                    <a:cs typeface="Arial" panose="020B0604020202020204" pitchFamily="34" charset="0"/>
                  </a:rPr>
                  <a:t>160 </a:t>
                </a:r>
                <a:r>
                  <a:rPr lang="en-CH" sz="2000">
                    <a:cs typeface="Arial" panose="020B0604020202020204" pitchFamily="34" charset="0"/>
                  </a:rPr>
                  <a:t>MeV to </a:t>
                </a:r>
                <a:r>
                  <a:rPr lang="en-US" sz="2000" dirty="0">
                    <a:cs typeface="Arial" panose="020B0604020202020204" pitchFamily="34" charset="0"/>
                  </a:rPr>
                  <a:t>2 </a:t>
                </a:r>
                <a:r>
                  <a:rPr lang="en-CH" sz="2000">
                    <a:cs typeface="Arial" panose="020B0604020202020204" pitchFamily="34" charset="0"/>
                  </a:rPr>
                  <a:t>GeV in </a:t>
                </a:r>
                <a:r>
                  <a:rPr lang="en-US" sz="2000" dirty="0">
                    <a:cs typeface="Arial" panose="020B0604020202020204" pitchFamily="34" charset="0"/>
                  </a:rPr>
                  <a:t>~0.5 </a:t>
                </a:r>
                <a:r>
                  <a:rPr lang="en-CH" sz="2000">
                    <a:cs typeface="Arial" panose="020B0604020202020204" pitchFamily="34" charset="0"/>
                  </a:rPr>
                  <a:t>sec.</a:t>
                </a:r>
                <a:endParaRPr lang="en-CH" sz="2000" dirty="0">
                  <a:cs typeface="Arial" panose="020B0604020202020204" pitchFamily="34" charset="0"/>
                </a:endParaRPr>
              </a:p>
              <a:p>
                <a:pPr marL="285750" indent="-285750"/>
                <a:r>
                  <a:rPr lang="en-CH" sz="2000" dirty="0">
                    <a:cs typeface="Arial" panose="020B0604020202020204" pitchFamily="34" charset="0"/>
                  </a:rPr>
                  <a:t>Common injection and extraction line.  </a:t>
                </a:r>
              </a:p>
              <a:p>
                <a:pPr marL="285750" indent="-285750"/>
                <a:r>
                  <a:rPr lang="en-CH" sz="2000" dirty="0">
                    <a:cs typeface="Arial" panose="020B0604020202020204" pitchFamily="34" charset="0"/>
                  </a:rPr>
                  <a:t>16 periods (sectors), each with </a:t>
                </a:r>
                <a:r>
                  <a:rPr lang="en-CH" sz="2000" b="1" dirty="0">
                    <a:solidFill>
                      <a:srgbClr val="78C6A2"/>
                    </a:solidFill>
                    <a:cs typeface="Arial" panose="020B0604020202020204" pitchFamily="34" charset="0"/>
                  </a:rPr>
                  <a:t>two dipoles</a:t>
                </a:r>
                <a:r>
                  <a:rPr lang="en-CH" sz="2000" dirty="0">
                    <a:cs typeface="Arial" panose="020B0604020202020204" pitchFamily="34" charset="0"/>
                  </a:rPr>
                  <a:t>, </a:t>
                </a:r>
                <a:r>
                  <a:rPr lang="en-CH" sz="2000" b="1" dirty="0">
                    <a:solidFill>
                      <a:srgbClr val="E87843"/>
                    </a:solidFill>
                    <a:cs typeface="Arial" panose="020B0604020202020204" pitchFamily="34" charset="0"/>
                  </a:rPr>
                  <a:t>three quadrupoles</a:t>
                </a:r>
                <a:r>
                  <a:rPr lang="en-CH" sz="2000" dirty="0">
                    <a:solidFill>
                      <a:srgbClr val="E87843"/>
                    </a:solidFill>
                    <a:cs typeface="Arial" panose="020B0604020202020204" pitchFamily="34" charset="0"/>
                  </a:rPr>
                  <a:t> </a:t>
                </a:r>
                <a:r>
                  <a:rPr lang="en-CH" sz="2000" dirty="0">
                    <a:cs typeface="Arial" panose="020B0604020202020204" pitchFamily="34" charset="0"/>
                  </a:rPr>
                  <a:t>and </a:t>
                </a:r>
                <a:r>
                  <a:rPr lang="en-CH" sz="2000">
                    <a:cs typeface="Arial" panose="020B0604020202020204" pitchFamily="34" charset="0"/>
                  </a:rPr>
                  <a:t>a </a:t>
                </a:r>
                <a:r>
                  <a:rPr lang="en-CH" sz="2000" b="1">
                    <a:solidFill>
                      <a:schemeClr val="tx2"/>
                    </a:solidFill>
                    <a:cs typeface="Arial" panose="020B0604020202020204" pitchFamily="34" charset="0"/>
                  </a:rPr>
                  <a:t>straight section</a:t>
                </a:r>
                <a:r>
                  <a:rPr lang="en-CH" sz="2000">
                    <a:solidFill>
                      <a:schemeClr val="tx2"/>
                    </a:solidFill>
                    <a:cs typeface="Arial" panose="020B0604020202020204" pitchFamily="34" charset="0"/>
                  </a:rPr>
                  <a:t> </a:t>
                </a:r>
                <a:r>
                  <a:rPr lang="en-CH" sz="2000" dirty="0">
                    <a:cs typeface="Arial" panose="020B0604020202020204" pitchFamily="34" charset="0"/>
                  </a:rPr>
                  <a:t>for adittional elements.</a:t>
                </a:r>
              </a:p>
              <a:p>
                <a:endParaRPr lang="en-US" dirty="0"/>
              </a:p>
            </p:txBody>
          </p:sp>
        </mc:Choice>
        <mc:Fallback xmlns="">
          <p:sp>
            <p:nvSpPr>
              <p:cNvPr id="10" name="Text Placeholder 3">
                <a:extLst>
                  <a:ext uri="{FF2B5EF4-FFF2-40B4-BE49-F238E27FC236}">
                    <a16:creationId xmlns:a16="http://schemas.microsoft.com/office/drawing/2014/main" id="{85DAAF16-BCE1-5B0C-C28A-8E44ED531638}"/>
                  </a:ext>
                </a:extLst>
              </p:cNvPr>
              <p:cNvSpPr>
                <a:spLocks noGrp="1" noRot="1" noChangeAspect="1" noMove="1" noResize="1" noEditPoints="1" noAdjustHandles="1" noChangeArrowheads="1" noChangeShapeType="1" noTextEdit="1"/>
              </p:cNvSpPr>
              <p:nvPr>
                <p:ph type="body" sz="quarter" idx="13"/>
              </p:nvPr>
            </p:nvSpPr>
            <p:spPr>
              <a:xfrm>
                <a:off x="6096000" y="746648"/>
                <a:ext cx="5682488" cy="5653088"/>
              </a:xfrm>
              <a:blipFill>
                <a:blip r:embed="rId4"/>
                <a:stretch>
                  <a:fillRect l="-893" t="-895"/>
                </a:stretch>
              </a:blipFill>
            </p:spPr>
            <p:txBody>
              <a:bodyPr/>
              <a:lstStyle/>
              <a:p>
                <a:r>
                  <a:rPr lang="en-US">
                    <a:noFill/>
                  </a:rPr>
                  <a:t> </a:t>
                </a:r>
              </a:p>
            </p:txBody>
          </p:sp>
        </mc:Fallback>
      </mc:AlternateContent>
    </p:spTree>
    <p:extLst>
      <p:ext uri="{BB962C8B-B14F-4D97-AF65-F5344CB8AC3E}">
        <p14:creationId xmlns:p14="http://schemas.microsoft.com/office/powerpoint/2010/main" val="248816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2C43B-36A1-6E9B-038D-2C0695419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2D263-73F5-5215-1FB4-F37097CAD2BA}"/>
              </a:ext>
            </a:extLst>
          </p:cNvPr>
          <p:cNvSpPr>
            <a:spLocks noGrp="1"/>
          </p:cNvSpPr>
          <p:nvPr>
            <p:ph type="title"/>
          </p:nvPr>
        </p:nvSpPr>
        <p:spPr/>
        <p:txBody>
          <a:bodyPr/>
          <a:lstStyle/>
          <a:p>
            <a:r>
              <a:rPr lang="en-US" dirty="0"/>
              <a:t>PSB layout</a:t>
            </a:r>
          </a:p>
        </p:txBody>
      </p:sp>
      <p:sp>
        <p:nvSpPr>
          <p:cNvPr id="3" name="Slide Number Placeholder 2">
            <a:extLst>
              <a:ext uri="{FF2B5EF4-FFF2-40B4-BE49-F238E27FC236}">
                <a16:creationId xmlns:a16="http://schemas.microsoft.com/office/drawing/2014/main" id="{008F062B-ABA9-E020-4C99-64E8665664D7}"/>
              </a:ext>
            </a:extLst>
          </p:cNvPr>
          <p:cNvSpPr>
            <a:spLocks noGrp="1"/>
          </p:cNvSpPr>
          <p:nvPr>
            <p:ph type="sldNum" sz="quarter" idx="12"/>
          </p:nvPr>
        </p:nvSpPr>
        <p:spPr/>
        <p:txBody>
          <a:bodyPr/>
          <a:lstStyle/>
          <a:p>
            <a:fld id="{A8ED8B99-2640-4528-BE06-488F2B48F17D}" type="slidenum">
              <a:rPr lang="el-GR" smtClean="0"/>
              <a:pPr/>
              <a:t>13</a:t>
            </a:fld>
            <a:endParaRPr lang="el-GR" dirty="0"/>
          </a:p>
        </p:txBody>
      </p:sp>
      <p:pic>
        <p:nvPicPr>
          <p:cNvPr id="5" name="Picture 2">
            <a:extLst>
              <a:ext uri="{FF2B5EF4-FFF2-40B4-BE49-F238E27FC236}">
                <a16:creationId xmlns:a16="http://schemas.microsoft.com/office/drawing/2014/main" id="{94A01470-C4AC-98E0-BF8F-14CECFFB3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B3B2984-D27D-200C-092B-AA115727DC15}"/>
              </a:ext>
            </a:extLst>
          </p:cNvPr>
          <p:cNvPicPr>
            <a:picLocks noChangeAspect="1"/>
          </p:cNvPicPr>
          <p:nvPr/>
        </p:nvPicPr>
        <p:blipFill>
          <a:blip r:embed="rId3"/>
          <a:stretch>
            <a:fillRect/>
          </a:stretch>
        </p:blipFill>
        <p:spPr>
          <a:xfrm>
            <a:off x="5444837" y="3893977"/>
            <a:ext cx="6581148" cy="2755710"/>
          </a:xfrm>
          <a:prstGeom prst="rect">
            <a:avLst/>
          </a:prstGeom>
        </p:spPr>
      </p:pic>
      <mc:AlternateContent xmlns:mc="http://schemas.openxmlformats.org/markup-compatibility/2006" xmlns:a14="http://schemas.microsoft.com/office/drawing/2010/main">
        <mc:Choice Requires="a14">
          <p:sp>
            <p:nvSpPr>
              <p:cNvPr id="10" name="Text Placeholder 3">
                <a:extLst>
                  <a:ext uri="{FF2B5EF4-FFF2-40B4-BE49-F238E27FC236}">
                    <a16:creationId xmlns:a16="http://schemas.microsoft.com/office/drawing/2014/main" id="{836F96BB-B55A-BD3E-D38E-9B48D2E1E579}"/>
                  </a:ext>
                </a:extLst>
              </p:cNvPr>
              <p:cNvSpPr>
                <a:spLocks noGrp="1"/>
              </p:cNvSpPr>
              <p:nvPr>
                <p:ph type="body" sz="quarter" idx="13"/>
              </p:nvPr>
            </p:nvSpPr>
            <p:spPr>
              <a:xfrm>
                <a:off x="6096000" y="746648"/>
                <a:ext cx="5682488" cy="5653088"/>
              </a:xfrm>
            </p:spPr>
            <p:txBody>
              <a:bodyPr/>
              <a:lstStyle/>
              <a:p>
                <a:pPr marL="285750" indent="-285750"/>
                <a:r>
                  <a:rPr lang="en-CH" sz="2000" dirty="0">
                    <a:cs typeface="Arial" panose="020B0604020202020204" pitchFamily="34" charset="0"/>
                  </a:rPr>
                  <a:t>4 identical superimposed rings of </a:t>
                </a:r>
                <a14:m>
                  <m:oMath xmlns:m="http://schemas.openxmlformats.org/officeDocument/2006/math">
                    <m:r>
                      <a:rPr lang="en-US" sz="2000" i="1">
                        <a:latin typeface="Cambria Math" panose="02040503050406030204" pitchFamily="18" charset="0"/>
                      </a:rPr>
                      <m:t>25</m:t>
                    </m:r>
                  </m:oMath>
                </a14:m>
                <a:r>
                  <a:rPr lang="en-CH" sz="2000" dirty="0">
                    <a:cs typeface="Arial" panose="020B0604020202020204" pitchFamily="34" charset="0"/>
                  </a:rPr>
                  <a:t>m </a:t>
                </a:r>
                <a:r>
                  <a:rPr lang="en-CH" sz="2000">
                    <a:cs typeface="Arial" panose="020B0604020202020204" pitchFamily="34" charset="0"/>
                  </a:rPr>
                  <a:t>radius.</a:t>
                </a:r>
                <a:endParaRPr lang="en-CH" sz="2000" dirty="0">
                  <a:cs typeface="Arial" panose="020B0604020202020204" pitchFamily="34" charset="0"/>
                </a:endParaRPr>
              </a:p>
              <a:p>
                <a:pPr marL="285750" indent="-285750"/>
                <a:r>
                  <a:rPr lang="en-CH" sz="2000" dirty="0">
                    <a:cs typeface="Arial" panose="020B0604020202020204" pitchFamily="34" charset="0"/>
                  </a:rPr>
                  <a:t>Acceleration </a:t>
                </a:r>
                <a:r>
                  <a:rPr lang="en-CH" sz="2000">
                    <a:cs typeface="Arial" panose="020B0604020202020204" pitchFamily="34" charset="0"/>
                  </a:rPr>
                  <a:t>from </a:t>
                </a:r>
                <a:r>
                  <a:rPr lang="en-US" sz="2000" dirty="0">
                    <a:cs typeface="Arial" panose="020B0604020202020204" pitchFamily="34" charset="0"/>
                  </a:rPr>
                  <a:t>160 </a:t>
                </a:r>
                <a:r>
                  <a:rPr lang="en-CH" sz="2000">
                    <a:cs typeface="Arial" panose="020B0604020202020204" pitchFamily="34" charset="0"/>
                  </a:rPr>
                  <a:t>MeV to </a:t>
                </a:r>
                <a:r>
                  <a:rPr lang="en-US" sz="2000" dirty="0">
                    <a:cs typeface="Arial" panose="020B0604020202020204" pitchFamily="34" charset="0"/>
                  </a:rPr>
                  <a:t>2 </a:t>
                </a:r>
                <a:r>
                  <a:rPr lang="en-CH" sz="2000">
                    <a:cs typeface="Arial" panose="020B0604020202020204" pitchFamily="34" charset="0"/>
                  </a:rPr>
                  <a:t>GeV in </a:t>
                </a:r>
                <a:r>
                  <a:rPr lang="en-US" sz="2000" dirty="0">
                    <a:cs typeface="Arial" panose="020B0604020202020204" pitchFamily="34" charset="0"/>
                  </a:rPr>
                  <a:t>~0.5 </a:t>
                </a:r>
                <a:r>
                  <a:rPr lang="en-CH" sz="2000">
                    <a:cs typeface="Arial" panose="020B0604020202020204" pitchFamily="34" charset="0"/>
                  </a:rPr>
                  <a:t>sec.</a:t>
                </a:r>
                <a:endParaRPr lang="en-CH" sz="2000" dirty="0">
                  <a:cs typeface="Arial" panose="020B0604020202020204" pitchFamily="34" charset="0"/>
                </a:endParaRPr>
              </a:p>
              <a:p>
                <a:pPr marL="285750" indent="-285750"/>
                <a:r>
                  <a:rPr lang="en-CH" sz="2000" dirty="0">
                    <a:cs typeface="Arial" panose="020B0604020202020204" pitchFamily="34" charset="0"/>
                  </a:rPr>
                  <a:t>Common injection and extraction line.  </a:t>
                </a:r>
              </a:p>
              <a:p>
                <a:pPr marL="285750" indent="-285750"/>
                <a:r>
                  <a:rPr lang="en-CH" sz="2000">
                    <a:cs typeface="Arial" panose="020B0604020202020204" pitchFamily="34" charset="0"/>
                  </a:rPr>
                  <a:t>16 periods (sectors), each with </a:t>
                </a:r>
                <a:r>
                  <a:rPr lang="en-CH" sz="2000" b="1">
                    <a:solidFill>
                      <a:srgbClr val="78C6A2"/>
                    </a:solidFill>
                    <a:cs typeface="Arial" panose="020B0604020202020204" pitchFamily="34" charset="0"/>
                  </a:rPr>
                  <a:t>two dipoles</a:t>
                </a:r>
                <a:r>
                  <a:rPr lang="en-CH" sz="2000">
                    <a:cs typeface="Arial" panose="020B0604020202020204" pitchFamily="34" charset="0"/>
                  </a:rPr>
                  <a:t>, </a:t>
                </a:r>
                <a:r>
                  <a:rPr lang="en-CH" sz="2000" b="1">
                    <a:solidFill>
                      <a:srgbClr val="E87843"/>
                    </a:solidFill>
                    <a:cs typeface="Arial" panose="020B0604020202020204" pitchFamily="34" charset="0"/>
                  </a:rPr>
                  <a:t>three quadrupoles</a:t>
                </a:r>
                <a:r>
                  <a:rPr lang="en-CH" sz="2000">
                    <a:solidFill>
                      <a:srgbClr val="E87843"/>
                    </a:solidFill>
                    <a:cs typeface="Arial" panose="020B0604020202020204" pitchFamily="34" charset="0"/>
                  </a:rPr>
                  <a:t> </a:t>
                </a:r>
                <a:r>
                  <a:rPr lang="en-CH" sz="2000">
                    <a:cs typeface="Arial" panose="020B0604020202020204" pitchFamily="34" charset="0"/>
                  </a:rPr>
                  <a:t>and a </a:t>
                </a:r>
                <a:r>
                  <a:rPr lang="en-CH" sz="2000" b="1">
                    <a:solidFill>
                      <a:schemeClr val="tx2"/>
                    </a:solidFill>
                    <a:cs typeface="Arial" panose="020B0604020202020204" pitchFamily="34" charset="0"/>
                  </a:rPr>
                  <a:t>straight section</a:t>
                </a:r>
                <a:r>
                  <a:rPr lang="en-CH" sz="2000">
                    <a:solidFill>
                      <a:schemeClr val="tx2"/>
                    </a:solidFill>
                    <a:cs typeface="Arial" panose="020B0604020202020204" pitchFamily="34" charset="0"/>
                  </a:rPr>
                  <a:t> </a:t>
                </a:r>
                <a:r>
                  <a:rPr lang="en-CH" sz="2000">
                    <a:cs typeface="Arial" panose="020B0604020202020204" pitchFamily="34" charset="0"/>
                  </a:rPr>
                  <a:t>for adittional elements.</a:t>
                </a:r>
              </a:p>
              <a:p>
                <a:pPr marL="285750" indent="-285750"/>
                <a:r>
                  <a:rPr lang="en-CH" sz="2000">
                    <a:cs typeface="Arial" panose="020B0604020202020204" pitchFamily="34" charset="0"/>
                  </a:rPr>
                  <a:t>Magnetic </a:t>
                </a:r>
                <a:r>
                  <a:rPr lang="en-CH" sz="2000" dirty="0">
                    <a:cs typeface="Arial" panose="020B0604020202020204" pitchFamily="34" charset="0"/>
                  </a:rPr>
                  <a:t>cycle </a:t>
                </a:r>
                <a:r>
                  <a:rPr lang="en-CH" sz="2000">
                    <a:cs typeface="Arial" panose="020B0604020202020204" pitchFamily="34" charset="0"/>
                  </a:rPr>
                  <a:t>of </a:t>
                </a:r>
                <a:r>
                  <a:rPr lang="en-US" sz="2000" dirty="0">
                    <a:cs typeface="Arial" panose="020B0604020202020204" pitchFamily="34" charset="0"/>
                  </a:rPr>
                  <a:t>1.2 </a:t>
                </a:r>
                <a:r>
                  <a:rPr lang="en-CH" sz="2000">
                    <a:cs typeface="Arial" panose="020B0604020202020204" pitchFamily="34" charset="0"/>
                  </a:rPr>
                  <a:t>sec</a:t>
                </a:r>
                <a:r>
                  <a:rPr lang="en-CH" sz="2000" dirty="0">
                    <a:cs typeface="Arial" panose="020B0604020202020204" pitchFamily="34" charset="0"/>
                  </a:rPr>
                  <a:t>. Beam injection </a:t>
                </a:r>
                <a:r>
                  <a:rPr lang="en-CH" sz="2000">
                    <a:cs typeface="Arial" panose="020B0604020202020204" pitchFamily="34" charset="0"/>
                  </a:rPr>
                  <a:t>at </a:t>
                </a:r>
                <a:r>
                  <a:rPr lang="en-US" sz="2000" dirty="0">
                    <a:cs typeface="Arial" panose="020B0604020202020204" pitchFamily="34" charset="0"/>
                  </a:rPr>
                  <a:t>275 </a:t>
                </a:r>
                <a:r>
                  <a:rPr lang="en-CH" sz="2000">
                    <a:cs typeface="Arial" panose="020B0604020202020204" pitchFamily="34" charset="0"/>
                  </a:rPr>
                  <a:t>ms </a:t>
                </a:r>
                <a:r>
                  <a:rPr lang="en-CH" sz="2000" dirty="0">
                    <a:cs typeface="Arial" panose="020B0604020202020204" pitchFamily="34" charset="0"/>
                  </a:rPr>
                  <a:t>and extraction </a:t>
                </a:r>
                <a:r>
                  <a:rPr lang="en-CH" sz="2000">
                    <a:cs typeface="Arial" panose="020B0604020202020204" pitchFamily="34" charset="0"/>
                  </a:rPr>
                  <a:t>at </a:t>
                </a:r>
                <a:r>
                  <a:rPr lang="en-US" sz="2000" dirty="0">
                    <a:cs typeface="Arial" panose="020B0604020202020204" pitchFamily="34" charset="0"/>
                  </a:rPr>
                  <a:t>805 </a:t>
                </a:r>
                <a:r>
                  <a:rPr lang="en-CH" sz="2000">
                    <a:cs typeface="Arial" panose="020B0604020202020204" pitchFamily="34" charset="0"/>
                  </a:rPr>
                  <a:t>ms</a:t>
                </a:r>
                <a:r>
                  <a:rPr lang="en-CH" sz="2000" dirty="0">
                    <a:cs typeface="Arial" panose="020B0604020202020204" pitchFamily="34" charset="0"/>
                  </a:rPr>
                  <a:t>.</a:t>
                </a:r>
              </a:p>
              <a:p>
                <a:pPr marL="285750" indent="-285750"/>
                <a:endParaRPr lang="en-CH" sz="2000" dirty="0">
                  <a:cs typeface="Arial" panose="020B0604020202020204" pitchFamily="34" charset="0"/>
                </a:endParaRPr>
              </a:p>
            </p:txBody>
          </p:sp>
        </mc:Choice>
        <mc:Fallback xmlns="">
          <p:sp>
            <p:nvSpPr>
              <p:cNvPr id="10" name="Text Placeholder 3">
                <a:extLst>
                  <a:ext uri="{FF2B5EF4-FFF2-40B4-BE49-F238E27FC236}">
                    <a16:creationId xmlns:a16="http://schemas.microsoft.com/office/drawing/2014/main" id="{836F96BB-B55A-BD3E-D38E-9B48D2E1E579}"/>
                  </a:ext>
                </a:extLst>
              </p:cNvPr>
              <p:cNvSpPr>
                <a:spLocks noGrp="1" noRot="1" noChangeAspect="1" noMove="1" noResize="1" noEditPoints="1" noAdjustHandles="1" noChangeArrowheads="1" noChangeShapeType="1" noTextEdit="1"/>
              </p:cNvSpPr>
              <p:nvPr>
                <p:ph type="body" sz="quarter" idx="13"/>
              </p:nvPr>
            </p:nvSpPr>
            <p:spPr>
              <a:xfrm>
                <a:off x="6096000" y="746648"/>
                <a:ext cx="5682488" cy="5653088"/>
              </a:xfrm>
              <a:blipFill>
                <a:blip r:embed="rId4"/>
                <a:stretch>
                  <a:fillRect l="-893" t="-895"/>
                </a:stretch>
              </a:blipFill>
            </p:spPr>
            <p:txBody>
              <a:bodyPr/>
              <a:lstStyle/>
              <a:p>
                <a:r>
                  <a:rPr lang="en-US">
                    <a:noFill/>
                  </a:rPr>
                  <a:t> </a:t>
                </a:r>
              </a:p>
            </p:txBody>
          </p:sp>
        </mc:Fallback>
      </mc:AlternateContent>
    </p:spTree>
    <p:extLst>
      <p:ext uri="{BB962C8B-B14F-4D97-AF65-F5344CB8AC3E}">
        <p14:creationId xmlns:p14="http://schemas.microsoft.com/office/powerpoint/2010/main" val="174124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B84A8-B818-559E-435E-F55210B3D313}"/>
              </a:ext>
            </a:extLst>
          </p:cNvPr>
          <p:cNvSpPr>
            <a:spLocks noGrp="1"/>
          </p:cNvSpPr>
          <p:nvPr>
            <p:ph type="title"/>
          </p:nvPr>
        </p:nvSpPr>
        <p:spPr/>
        <p:txBody>
          <a:bodyPr/>
          <a:lstStyle/>
          <a:p>
            <a:r>
              <a:rPr lang="en-US" dirty="0"/>
              <a:t>Beam delivery – </a:t>
            </a:r>
            <a:r>
              <a:rPr lang="en-US" dirty="0" err="1"/>
              <a:t>supercycles</a:t>
            </a:r>
            <a:endParaRPr lang="en-US" dirty="0"/>
          </a:p>
        </p:txBody>
      </p:sp>
      <p:sp>
        <p:nvSpPr>
          <p:cNvPr id="3" name="Slide Number Placeholder 2">
            <a:extLst>
              <a:ext uri="{FF2B5EF4-FFF2-40B4-BE49-F238E27FC236}">
                <a16:creationId xmlns:a16="http://schemas.microsoft.com/office/drawing/2014/main" id="{3E22C948-15D2-4ED9-DB4E-A09BEB623D16}"/>
              </a:ext>
            </a:extLst>
          </p:cNvPr>
          <p:cNvSpPr>
            <a:spLocks noGrp="1"/>
          </p:cNvSpPr>
          <p:nvPr>
            <p:ph type="sldNum" sz="quarter" idx="12"/>
          </p:nvPr>
        </p:nvSpPr>
        <p:spPr/>
        <p:txBody>
          <a:bodyPr/>
          <a:lstStyle/>
          <a:p>
            <a:fld id="{A8ED8B99-2640-4528-BE06-488F2B48F17D}" type="slidenum">
              <a:rPr lang="el-GR" smtClean="0"/>
              <a:pPr/>
              <a:t>14</a:t>
            </a:fld>
            <a:endParaRPr lang="el-GR" dirty="0"/>
          </a:p>
        </p:txBody>
      </p:sp>
      <p:pic>
        <p:nvPicPr>
          <p:cNvPr id="6" name="Picture 5">
            <a:extLst>
              <a:ext uri="{FF2B5EF4-FFF2-40B4-BE49-F238E27FC236}">
                <a16:creationId xmlns:a16="http://schemas.microsoft.com/office/drawing/2014/main" id="{9CB1FA96-4500-E037-787F-CDCBA41D6CC5}"/>
              </a:ext>
            </a:extLst>
          </p:cNvPr>
          <p:cNvPicPr>
            <a:picLocks noChangeAspect="1"/>
          </p:cNvPicPr>
          <p:nvPr/>
        </p:nvPicPr>
        <p:blipFill>
          <a:blip r:embed="rId2"/>
          <a:stretch>
            <a:fillRect/>
          </a:stretch>
        </p:blipFill>
        <p:spPr>
          <a:xfrm>
            <a:off x="1498048" y="858186"/>
            <a:ext cx="9195904" cy="3005344"/>
          </a:xfrm>
          <a:prstGeom prst="rect">
            <a:avLst/>
          </a:prstGeom>
        </p:spPr>
      </p:pic>
      <p:sp>
        <p:nvSpPr>
          <p:cNvPr id="28" name="Rectangle 27">
            <a:extLst>
              <a:ext uri="{FF2B5EF4-FFF2-40B4-BE49-F238E27FC236}">
                <a16:creationId xmlns:a16="http://schemas.microsoft.com/office/drawing/2014/main" id="{E3F7A0A1-3DC8-DBF3-C395-58842B0546DE}"/>
              </a:ext>
            </a:extLst>
          </p:cNvPr>
          <p:cNvSpPr/>
          <p:nvPr/>
        </p:nvSpPr>
        <p:spPr>
          <a:xfrm>
            <a:off x="1498048" y="1361209"/>
            <a:ext cx="808734" cy="374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501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2B426-F08B-155D-2AAC-DFF0BDB7C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25C53-1C44-3BF2-59C0-21870D9DB8EA}"/>
              </a:ext>
            </a:extLst>
          </p:cNvPr>
          <p:cNvSpPr>
            <a:spLocks noGrp="1"/>
          </p:cNvSpPr>
          <p:nvPr>
            <p:ph type="title"/>
          </p:nvPr>
        </p:nvSpPr>
        <p:spPr/>
        <p:txBody>
          <a:bodyPr/>
          <a:lstStyle/>
          <a:p>
            <a:r>
              <a:rPr lang="en-US" dirty="0"/>
              <a:t>Beam delivery – </a:t>
            </a:r>
            <a:r>
              <a:rPr lang="en-US" dirty="0" err="1"/>
              <a:t>supercycles</a:t>
            </a:r>
            <a:endParaRPr lang="en-US" dirty="0"/>
          </a:p>
        </p:txBody>
      </p:sp>
      <p:sp>
        <p:nvSpPr>
          <p:cNvPr id="3" name="Slide Number Placeholder 2">
            <a:extLst>
              <a:ext uri="{FF2B5EF4-FFF2-40B4-BE49-F238E27FC236}">
                <a16:creationId xmlns:a16="http://schemas.microsoft.com/office/drawing/2014/main" id="{E12F4F35-1C4A-FAA6-A196-C5B47B3A87B8}"/>
              </a:ext>
            </a:extLst>
          </p:cNvPr>
          <p:cNvSpPr>
            <a:spLocks noGrp="1"/>
          </p:cNvSpPr>
          <p:nvPr>
            <p:ph type="sldNum" sz="quarter" idx="12"/>
          </p:nvPr>
        </p:nvSpPr>
        <p:spPr/>
        <p:txBody>
          <a:bodyPr/>
          <a:lstStyle/>
          <a:p>
            <a:fld id="{A8ED8B99-2640-4528-BE06-488F2B48F17D}" type="slidenum">
              <a:rPr lang="el-GR" smtClean="0"/>
              <a:pPr/>
              <a:t>15</a:t>
            </a:fld>
            <a:endParaRPr lang="el-GR" dirty="0"/>
          </a:p>
        </p:txBody>
      </p:sp>
      <p:pic>
        <p:nvPicPr>
          <p:cNvPr id="6" name="Picture 5">
            <a:extLst>
              <a:ext uri="{FF2B5EF4-FFF2-40B4-BE49-F238E27FC236}">
                <a16:creationId xmlns:a16="http://schemas.microsoft.com/office/drawing/2014/main" id="{C449B7AD-CCC9-BC9F-3E48-A7773F9F7B82}"/>
              </a:ext>
            </a:extLst>
          </p:cNvPr>
          <p:cNvPicPr>
            <a:picLocks noChangeAspect="1"/>
          </p:cNvPicPr>
          <p:nvPr/>
        </p:nvPicPr>
        <p:blipFill>
          <a:blip r:embed="rId2"/>
          <a:stretch>
            <a:fillRect/>
          </a:stretch>
        </p:blipFill>
        <p:spPr>
          <a:xfrm>
            <a:off x="1498048" y="858186"/>
            <a:ext cx="9195904" cy="3005344"/>
          </a:xfrm>
          <a:prstGeom prst="rect">
            <a:avLst/>
          </a:prstGeom>
        </p:spPr>
      </p:pic>
      <p:sp>
        <p:nvSpPr>
          <p:cNvPr id="7" name="TextBox 6">
            <a:extLst>
              <a:ext uri="{FF2B5EF4-FFF2-40B4-BE49-F238E27FC236}">
                <a16:creationId xmlns:a16="http://schemas.microsoft.com/office/drawing/2014/main" id="{349DD978-B28F-4A07-962E-07E326297636}"/>
              </a:ext>
            </a:extLst>
          </p:cNvPr>
          <p:cNvSpPr txBox="1"/>
          <p:nvPr/>
        </p:nvSpPr>
        <p:spPr>
          <a:xfrm>
            <a:off x="1732450" y="4345771"/>
            <a:ext cx="2018501" cy="369332"/>
          </a:xfrm>
          <a:prstGeom prst="rect">
            <a:avLst/>
          </a:prstGeom>
          <a:noFill/>
        </p:spPr>
        <p:txBody>
          <a:bodyPr wrap="none" rtlCol="0">
            <a:spAutoFit/>
          </a:bodyPr>
          <a:lstStyle/>
          <a:p>
            <a:pPr algn="ctr"/>
            <a:r>
              <a:rPr lang="en-US" i="1" dirty="0"/>
              <a:t>user </a:t>
            </a:r>
            <a:r>
              <a:rPr lang="en-US" dirty="0"/>
              <a:t>(cycle name)</a:t>
            </a:r>
          </a:p>
        </p:txBody>
      </p:sp>
      <p:sp>
        <p:nvSpPr>
          <p:cNvPr id="8" name="TextBox 7">
            <a:extLst>
              <a:ext uri="{FF2B5EF4-FFF2-40B4-BE49-F238E27FC236}">
                <a16:creationId xmlns:a16="http://schemas.microsoft.com/office/drawing/2014/main" id="{C9DD124F-F015-F061-19BE-12DBBAABEDEA}"/>
              </a:ext>
            </a:extLst>
          </p:cNvPr>
          <p:cNvSpPr txBox="1"/>
          <p:nvPr/>
        </p:nvSpPr>
        <p:spPr>
          <a:xfrm>
            <a:off x="1332988" y="4758582"/>
            <a:ext cx="3114325" cy="461665"/>
          </a:xfrm>
          <a:prstGeom prst="rect">
            <a:avLst/>
          </a:prstGeom>
          <a:noFill/>
        </p:spPr>
        <p:txBody>
          <a:bodyPr wrap="square" rtlCol="0">
            <a:spAutoFit/>
          </a:bodyPr>
          <a:lstStyle/>
          <a:p>
            <a:r>
              <a:rPr lang="en-US" sz="2400" b="1" dirty="0">
                <a:solidFill>
                  <a:schemeClr val="tx2"/>
                </a:solidFill>
              </a:rPr>
              <a:t>LHC25A_8b4e_2025</a:t>
            </a:r>
          </a:p>
        </p:txBody>
      </p:sp>
      <p:sp>
        <p:nvSpPr>
          <p:cNvPr id="9" name="TextBox 8">
            <a:extLst>
              <a:ext uri="{FF2B5EF4-FFF2-40B4-BE49-F238E27FC236}">
                <a16:creationId xmlns:a16="http://schemas.microsoft.com/office/drawing/2014/main" id="{9170D91F-1F39-F5B6-1CF5-52A7E3492355}"/>
              </a:ext>
            </a:extLst>
          </p:cNvPr>
          <p:cNvSpPr txBox="1"/>
          <p:nvPr/>
        </p:nvSpPr>
        <p:spPr>
          <a:xfrm>
            <a:off x="6437168" y="4345771"/>
            <a:ext cx="992579" cy="369332"/>
          </a:xfrm>
          <a:prstGeom prst="rect">
            <a:avLst/>
          </a:prstGeom>
          <a:noFill/>
        </p:spPr>
        <p:txBody>
          <a:bodyPr wrap="none" rtlCol="0">
            <a:spAutoFit/>
          </a:bodyPr>
          <a:lstStyle/>
          <a:p>
            <a:pPr algn="ctr"/>
            <a:r>
              <a:rPr lang="en-US" i="1" dirty="0"/>
              <a:t>selector</a:t>
            </a:r>
          </a:p>
        </p:txBody>
      </p:sp>
      <p:sp>
        <p:nvSpPr>
          <p:cNvPr id="10" name="TextBox 9">
            <a:extLst>
              <a:ext uri="{FF2B5EF4-FFF2-40B4-BE49-F238E27FC236}">
                <a16:creationId xmlns:a16="http://schemas.microsoft.com/office/drawing/2014/main" id="{7FC9404A-712A-CC26-987F-24F97E2596D9}"/>
              </a:ext>
            </a:extLst>
          </p:cNvPr>
          <p:cNvSpPr txBox="1"/>
          <p:nvPr/>
        </p:nvSpPr>
        <p:spPr>
          <a:xfrm>
            <a:off x="5620279" y="4758582"/>
            <a:ext cx="2853666" cy="461665"/>
          </a:xfrm>
          <a:prstGeom prst="rect">
            <a:avLst/>
          </a:prstGeom>
          <a:noFill/>
        </p:spPr>
        <p:txBody>
          <a:bodyPr wrap="none" rtlCol="0">
            <a:spAutoFit/>
          </a:bodyPr>
          <a:lstStyle/>
          <a:p>
            <a:r>
              <a:rPr lang="en-US" sz="2400" dirty="0">
                <a:solidFill>
                  <a:schemeClr val="tx2"/>
                </a:solidFill>
              </a:rPr>
              <a:t>PSB.USER.</a:t>
            </a:r>
            <a:r>
              <a:rPr lang="en-US" sz="2400" b="1" dirty="0">
                <a:solidFill>
                  <a:schemeClr val="tx2"/>
                </a:solidFill>
              </a:rPr>
              <a:t>LHC2A</a:t>
            </a:r>
          </a:p>
        </p:txBody>
      </p:sp>
      <p:cxnSp>
        <p:nvCxnSpPr>
          <p:cNvPr id="25" name="Straight Arrow Connector 24">
            <a:extLst>
              <a:ext uri="{FF2B5EF4-FFF2-40B4-BE49-F238E27FC236}">
                <a16:creationId xmlns:a16="http://schemas.microsoft.com/office/drawing/2014/main" id="{8B761B6A-5344-46AF-88E0-007AA40014D6}"/>
              </a:ext>
            </a:extLst>
          </p:cNvPr>
          <p:cNvCxnSpPr>
            <a:cxnSpLocks/>
          </p:cNvCxnSpPr>
          <p:nvPr/>
        </p:nvCxnSpPr>
        <p:spPr>
          <a:xfrm>
            <a:off x="4648305" y="4989414"/>
            <a:ext cx="77575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3D7AA77-896F-06A0-7023-B349AD98942E}"/>
              </a:ext>
            </a:extLst>
          </p:cNvPr>
          <p:cNvSpPr/>
          <p:nvPr/>
        </p:nvSpPr>
        <p:spPr>
          <a:xfrm>
            <a:off x="1498048" y="1361209"/>
            <a:ext cx="808734" cy="3740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33FC0BE-4686-9AE9-053B-753F1967C993}"/>
              </a:ext>
            </a:extLst>
          </p:cNvPr>
          <p:cNvSpPr txBox="1"/>
          <p:nvPr/>
        </p:nvSpPr>
        <p:spPr>
          <a:xfrm>
            <a:off x="4572879" y="4345771"/>
            <a:ext cx="1018227" cy="369332"/>
          </a:xfrm>
          <a:prstGeom prst="rect">
            <a:avLst/>
          </a:prstGeom>
          <a:noFill/>
        </p:spPr>
        <p:txBody>
          <a:bodyPr wrap="none" rtlCol="0">
            <a:spAutoFit/>
          </a:bodyPr>
          <a:lstStyle/>
          <a:p>
            <a:pPr algn="ctr"/>
            <a:r>
              <a:rPr lang="en-US" i="1" dirty="0"/>
              <a:t>mapped</a:t>
            </a:r>
            <a:endParaRPr lang="en-US" dirty="0"/>
          </a:p>
        </p:txBody>
      </p:sp>
      <p:sp>
        <p:nvSpPr>
          <p:cNvPr id="33" name="TextBox 32">
            <a:extLst>
              <a:ext uri="{FF2B5EF4-FFF2-40B4-BE49-F238E27FC236}">
                <a16:creationId xmlns:a16="http://schemas.microsoft.com/office/drawing/2014/main" id="{0CF15037-A547-79DC-916D-DD02F85CF1E6}"/>
              </a:ext>
            </a:extLst>
          </p:cNvPr>
          <p:cNvSpPr txBox="1"/>
          <p:nvPr/>
        </p:nvSpPr>
        <p:spPr>
          <a:xfrm>
            <a:off x="-34717" y="4804748"/>
            <a:ext cx="1313180" cy="369332"/>
          </a:xfrm>
          <a:prstGeom prst="rect">
            <a:avLst/>
          </a:prstGeom>
          <a:noFill/>
        </p:spPr>
        <p:txBody>
          <a:bodyPr wrap="none" rtlCol="0">
            <a:spAutoFit/>
          </a:bodyPr>
          <a:lstStyle/>
          <a:p>
            <a:pPr algn="ctr"/>
            <a:r>
              <a:rPr lang="en-US" u="sng" dirty="0"/>
              <a:t>In practice</a:t>
            </a:r>
            <a:r>
              <a:rPr lang="en-US" dirty="0"/>
              <a:t>:</a:t>
            </a:r>
          </a:p>
        </p:txBody>
      </p:sp>
      <p:cxnSp>
        <p:nvCxnSpPr>
          <p:cNvPr id="35" name="Straight Arrow Connector 34">
            <a:extLst>
              <a:ext uri="{FF2B5EF4-FFF2-40B4-BE49-F238E27FC236}">
                <a16:creationId xmlns:a16="http://schemas.microsoft.com/office/drawing/2014/main" id="{52ECC653-82DE-7D8F-40C0-691C3228C9C0}"/>
              </a:ext>
            </a:extLst>
          </p:cNvPr>
          <p:cNvCxnSpPr>
            <a:cxnSpLocks/>
          </p:cNvCxnSpPr>
          <p:nvPr/>
        </p:nvCxnSpPr>
        <p:spPr>
          <a:xfrm>
            <a:off x="8582996" y="4989414"/>
            <a:ext cx="77575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665E2C9-5936-B612-46DD-F5B5AE59A6E8}"/>
              </a:ext>
            </a:extLst>
          </p:cNvPr>
          <p:cNvSpPr txBox="1"/>
          <p:nvPr/>
        </p:nvSpPr>
        <p:spPr>
          <a:xfrm>
            <a:off x="8557937" y="4345771"/>
            <a:ext cx="825867" cy="369332"/>
          </a:xfrm>
          <a:prstGeom prst="rect">
            <a:avLst/>
          </a:prstGeom>
          <a:noFill/>
        </p:spPr>
        <p:txBody>
          <a:bodyPr wrap="none" rtlCol="0">
            <a:spAutoFit/>
          </a:bodyPr>
          <a:lstStyle/>
          <a:p>
            <a:pPr algn="ctr"/>
            <a:r>
              <a:rPr lang="en-US" i="1" dirty="0"/>
              <a:t>added</a:t>
            </a:r>
            <a:endParaRPr lang="en-US" dirty="0"/>
          </a:p>
        </p:txBody>
      </p:sp>
      <p:pic>
        <p:nvPicPr>
          <p:cNvPr id="38" name="Picture 37">
            <a:extLst>
              <a:ext uri="{FF2B5EF4-FFF2-40B4-BE49-F238E27FC236}">
                <a16:creationId xmlns:a16="http://schemas.microsoft.com/office/drawing/2014/main" id="{C0E308B6-66B7-212B-1516-CEE0449C11BA}"/>
              </a:ext>
            </a:extLst>
          </p:cNvPr>
          <p:cNvPicPr>
            <a:picLocks noChangeAspect="1"/>
          </p:cNvPicPr>
          <p:nvPr/>
        </p:nvPicPr>
        <p:blipFill>
          <a:blip r:embed="rId3"/>
          <a:stretch>
            <a:fillRect/>
          </a:stretch>
        </p:blipFill>
        <p:spPr>
          <a:xfrm>
            <a:off x="10066558" y="4672946"/>
            <a:ext cx="1244173" cy="2018198"/>
          </a:xfrm>
          <a:prstGeom prst="rect">
            <a:avLst/>
          </a:prstGeom>
        </p:spPr>
      </p:pic>
      <p:sp>
        <p:nvSpPr>
          <p:cNvPr id="39" name="TextBox 38">
            <a:extLst>
              <a:ext uri="{FF2B5EF4-FFF2-40B4-BE49-F238E27FC236}">
                <a16:creationId xmlns:a16="http://schemas.microsoft.com/office/drawing/2014/main" id="{FB293739-69FF-89C8-B29B-4F7CC6E56218}"/>
              </a:ext>
            </a:extLst>
          </p:cNvPr>
          <p:cNvSpPr txBox="1"/>
          <p:nvPr/>
        </p:nvSpPr>
        <p:spPr>
          <a:xfrm>
            <a:off x="9538330" y="3957240"/>
            <a:ext cx="2300630" cy="646331"/>
          </a:xfrm>
          <a:prstGeom prst="rect">
            <a:avLst/>
          </a:prstGeom>
          <a:noFill/>
        </p:spPr>
        <p:txBody>
          <a:bodyPr wrap="none" rtlCol="0">
            <a:spAutoFit/>
          </a:bodyPr>
          <a:lstStyle/>
          <a:p>
            <a:pPr algn="ctr"/>
            <a:r>
              <a:rPr lang="en-US" i="1" dirty="0" err="1"/>
              <a:t>supercycle</a:t>
            </a:r>
            <a:r>
              <a:rPr lang="en-US" i="1" dirty="0"/>
              <a:t> </a:t>
            </a:r>
            <a:br>
              <a:rPr lang="en-US" i="1" dirty="0"/>
            </a:br>
            <a:r>
              <a:rPr lang="en-US" dirty="0"/>
              <a:t>(sequence of cycles)</a:t>
            </a:r>
          </a:p>
        </p:txBody>
      </p:sp>
      <p:sp>
        <p:nvSpPr>
          <p:cNvPr id="4" name="TextBox 3">
            <a:extLst>
              <a:ext uri="{FF2B5EF4-FFF2-40B4-BE49-F238E27FC236}">
                <a16:creationId xmlns:a16="http://schemas.microsoft.com/office/drawing/2014/main" id="{2C30ABF9-574D-C4E8-686E-AED6F3FAB7FD}"/>
              </a:ext>
            </a:extLst>
          </p:cNvPr>
          <p:cNvSpPr txBox="1"/>
          <p:nvPr/>
        </p:nvSpPr>
        <p:spPr>
          <a:xfrm>
            <a:off x="180110" y="5576004"/>
            <a:ext cx="4267204" cy="461665"/>
          </a:xfrm>
          <a:prstGeom prst="rect">
            <a:avLst/>
          </a:prstGeom>
          <a:noFill/>
        </p:spPr>
        <p:txBody>
          <a:bodyPr wrap="square" rtlCol="0">
            <a:spAutoFit/>
          </a:bodyPr>
          <a:lstStyle/>
          <a:p>
            <a:r>
              <a:rPr lang="en-US" sz="2400" b="1" dirty="0">
                <a:solidFill>
                  <a:schemeClr val="accent5"/>
                </a:solidFill>
              </a:rPr>
              <a:t>MD15243_EUROLABS_2025</a:t>
            </a:r>
          </a:p>
        </p:txBody>
      </p:sp>
      <p:sp>
        <p:nvSpPr>
          <p:cNvPr id="5" name="TextBox 4">
            <a:extLst>
              <a:ext uri="{FF2B5EF4-FFF2-40B4-BE49-F238E27FC236}">
                <a16:creationId xmlns:a16="http://schemas.microsoft.com/office/drawing/2014/main" id="{B454660C-6380-1582-B28A-801ACB9B21ED}"/>
              </a:ext>
            </a:extLst>
          </p:cNvPr>
          <p:cNvSpPr txBox="1"/>
          <p:nvPr/>
        </p:nvSpPr>
        <p:spPr>
          <a:xfrm>
            <a:off x="5620279" y="5576004"/>
            <a:ext cx="2510624" cy="461665"/>
          </a:xfrm>
          <a:prstGeom prst="rect">
            <a:avLst/>
          </a:prstGeom>
          <a:noFill/>
        </p:spPr>
        <p:txBody>
          <a:bodyPr wrap="none" rtlCol="0">
            <a:spAutoFit/>
          </a:bodyPr>
          <a:lstStyle/>
          <a:p>
            <a:r>
              <a:rPr lang="en-US" sz="2400" dirty="0">
                <a:solidFill>
                  <a:schemeClr val="accent5"/>
                </a:solidFill>
              </a:rPr>
              <a:t>PSB.USER.</a:t>
            </a:r>
            <a:r>
              <a:rPr lang="en-US" sz="2400" b="1" dirty="0">
                <a:solidFill>
                  <a:schemeClr val="accent5"/>
                </a:solidFill>
              </a:rPr>
              <a:t>MDX</a:t>
            </a:r>
          </a:p>
        </p:txBody>
      </p:sp>
      <p:cxnSp>
        <p:nvCxnSpPr>
          <p:cNvPr id="11" name="Straight Arrow Connector 10">
            <a:extLst>
              <a:ext uri="{FF2B5EF4-FFF2-40B4-BE49-F238E27FC236}">
                <a16:creationId xmlns:a16="http://schemas.microsoft.com/office/drawing/2014/main" id="{DC09752D-0B24-DD78-C00B-273B5BBEBAFA}"/>
              </a:ext>
            </a:extLst>
          </p:cNvPr>
          <p:cNvCxnSpPr>
            <a:cxnSpLocks/>
          </p:cNvCxnSpPr>
          <p:nvPr/>
        </p:nvCxnSpPr>
        <p:spPr>
          <a:xfrm>
            <a:off x="4648305" y="5806836"/>
            <a:ext cx="77575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6288E02-10A7-2CD9-33E2-D6C7B2989AD6}"/>
              </a:ext>
            </a:extLst>
          </p:cNvPr>
          <p:cNvCxnSpPr>
            <a:cxnSpLocks/>
          </p:cNvCxnSpPr>
          <p:nvPr/>
        </p:nvCxnSpPr>
        <p:spPr>
          <a:xfrm>
            <a:off x="8582996" y="5806836"/>
            <a:ext cx="77575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109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B963-DB93-43E0-ADE6-DD35D45E2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9D6CE-66E4-1120-C0CF-84C59FCEE2EE}"/>
              </a:ext>
            </a:extLst>
          </p:cNvPr>
          <p:cNvSpPr>
            <a:spLocks noGrp="1"/>
          </p:cNvSpPr>
          <p:nvPr>
            <p:ph type="title"/>
          </p:nvPr>
        </p:nvSpPr>
        <p:spPr/>
        <p:txBody>
          <a:bodyPr/>
          <a:lstStyle/>
          <a:p>
            <a:r>
              <a:rPr lang="en-US" dirty="0"/>
              <a:t>Beam delivery – </a:t>
            </a:r>
            <a:r>
              <a:rPr lang="en-US" dirty="0" err="1"/>
              <a:t>supercycles</a:t>
            </a:r>
            <a:endParaRPr lang="en-US" dirty="0"/>
          </a:p>
        </p:txBody>
      </p:sp>
      <p:sp>
        <p:nvSpPr>
          <p:cNvPr id="3" name="Slide Number Placeholder 2">
            <a:extLst>
              <a:ext uri="{FF2B5EF4-FFF2-40B4-BE49-F238E27FC236}">
                <a16:creationId xmlns:a16="http://schemas.microsoft.com/office/drawing/2014/main" id="{BC08812D-4138-F919-6F0C-74EF40EA8685}"/>
              </a:ext>
            </a:extLst>
          </p:cNvPr>
          <p:cNvSpPr>
            <a:spLocks noGrp="1"/>
          </p:cNvSpPr>
          <p:nvPr>
            <p:ph type="sldNum" sz="quarter" idx="12"/>
          </p:nvPr>
        </p:nvSpPr>
        <p:spPr/>
        <p:txBody>
          <a:bodyPr/>
          <a:lstStyle/>
          <a:p>
            <a:fld id="{A8ED8B99-2640-4528-BE06-488F2B48F17D}" type="slidenum">
              <a:rPr lang="el-GR" smtClean="0"/>
              <a:pPr/>
              <a:t>16</a:t>
            </a:fld>
            <a:endParaRPr lang="el-GR" dirty="0"/>
          </a:p>
        </p:txBody>
      </p:sp>
      <p:pic>
        <p:nvPicPr>
          <p:cNvPr id="4" name="Picture 3">
            <a:extLst>
              <a:ext uri="{FF2B5EF4-FFF2-40B4-BE49-F238E27FC236}">
                <a16:creationId xmlns:a16="http://schemas.microsoft.com/office/drawing/2014/main" id="{8812F544-28E9-8C69-A100-AD4ADC6F8654}"/>
              </a:ext>
            </a:extLst>
          </p:cNvPr>
          <p:cNvPicPr>
            <a:picLocks noChangeAspect="1"/>
          </p:cNvPicPr>
          <p:nvPr/>
        </p:nvPicPr>
        <p:blipFill>
          <a:blip r:embed="rId2"/>
          <a:stretch>
            <a:fillRect/>
          </a:stretch>
        </p:blipFill>
        <p:spPr>
          <a:xfrm>
            <a:off x="486717" y="875976"/>
            <a:ext cx="6567372" cy="4902868"/>
          </a:xfrm>
          <a:prstGeom prst="rect">
            <a:avLst/>
          </a:prstGeom>
          <a:ln w="38100">
            <a:noFill/>
          </a:ln>
          <a:effectLst>
            <a:outerShdw blurRad="50800" dist="38100" dir="2700000" algn="tl" rotWithShape="0">
              <a:prstClr val="black">
                <a:alpha val="40000"/>
              </a:prstClr>
            </a:outerShdw>
          </a:effectLst>
        </p:spPr>
      </p:pic>
      <p:sp>
        <p:nvSpPr>
          <p:cNvPr id="8" name="Text Placeholder 3">
            <a:extLst>
              <a:ext uri="{FF2B5EF4-FFF2-40B4-BE49-F238E27FC236}">
                <a16:creationId xmlns:a16="http://schemas.microsoft.com/office/drawing/2014/main" id="{D73821DB-EA14-CF52-997D-310002BFDE11}"/>
              </a:ext>
            </a:extLst>
          </p:cNvPr>
          <p:cNvSpPr>
            <a:spLocks noGrp="1"/>
          </p:cNvSpPr>
          <p:nvPr>
            <p:ph type="body" sz="quarter" idx="13"/>
          </p:nvPr>
        </p:nvSpPr>
        <p:spPr>
          <a:xfrm>
            <a:off x="7232072" y="875976"/>
            <a:ext cx="4546415" cy="5523760"/>
          </a:xfrm>
        </p:spPr>
        <p:txBody>
          <a:bodyPr/>
          <a:lstStyle/>
          <a:p>
            <a:r>
              <a:rPr lang="en-CH" sz="2000">
                <a:cs typeface="Arial" panose="020B0604020202020204" pitchFamily="34" charset="0"/>
              </a:rPr>
              <a:t>PSB is constantly cycled with different beams</a:t>
            </a:r>
            <a:r>
              <a:rPr lang="en-US" sz="2000" dirty="0">
                <a:cs typeface="Arial" panose="020B0604020202020204" pitchFamily="34" charset="0"/>
              </a:rPr>
              <a:t>, each with its own characteristics and destination</a:t>
            </a:r>
            <a:r>
              <a:rPr lang="en-CH" sz="2000">
                <a:cs typeface="Arial" panose="020B0604020202020204" pitchFamily="34" charset="0"/>
              </a:rPr>
              <a:t>. </a:t>
            </a:r>
            <a:endParaRPr lang="en-US" sz="2000" dirty="0">
              <a:cs typeface="Arial" panose="020B0604020202020204" pitchFamily="34" charset="0"/>
            </a:endParaRPr>
          </a:p>
          <a:p>
            <a:endParaRPr lang="en-US" sz="2000" dirty="0">
              <a:cs typeface="Arial" panose="020B0604020202020204" pitchFamily="34" charset="0"/>
            </a:endParaRPr>
          </a:p>
          <a:p>
            <a:r>
              <a:rPr lang="en-CH" sz="2000">
                <a:cs typeface="Arial" panose="020B0604020202020204" pitchFamily="34" charset="0"/>
              </a:rPr>
              <a:t>The cycles follow a predefined</a:t>
            </a:r>
            <a:r>
              <a:rPr lang="en-US" sz="2000" dirty="0">
                <a:cs typeface="Arial" panose="020B0604020202020204" pitchFamily="34" charset="0"/>
              </a:rPr>
              <a:t> sequence</a:t>
            </a:r>
            <a:r>
              <a:rPr lang="en-CH" sz="2000">
                <a:cs typeface="Arial" panose="020B0604020202020204" pitchFamily="34" charset="0"/>
              </a:rPr>
              <a:t> </a:t>
            </a:r>
            <a:r>
              <a:rPr lang="en-US" sz="2000" dirty="0">
                <a:cs typeface="Arial" panose="020B0604020202020204" pitchFamily="34" charset="0"/>
              </a:rPr>
              <a:t>(</a:t>
            </a:r>
            <a:r>
              <a:rPr lang="en-CH" sz="2000" b="1" i="1">
                <a:solidFill>
                  <a:schemeClr val="tx2"/>
                </a:solidFill>
                <a:cs typeface="Arial" panose="020B0604020202020204" pitchFamily="34" charset="0"/>
              </a:rPr>
              <a:t>supercycle</a:t>
            </a:r>
            <a:r>
              <a:rPr lang="en-US" sz="2000" dirty="0">
                <a:cs typeface="Arial" panose="020B0604020202020204" pitchFamily="34" charset="0"/>
              </a:rPr>
              <a:t>)</a:t>
            </a:r>
            <a:r>
              <a:rPr lang="en-CH" sz="2000">
                <a:cs typeface="Arial" panose="020B0604020202020204" pitchFamily="34" charset="0"/>
              </a:rPr>
              <a:t> which is repeated many times. </a:t>
            </a:r>
          </a:p>
        </p:txBody>
      </p:sp>
    </p:spTree>
    <p:extLst>
      <p:ext uri="{BB962C8B-B14F-4D97-AF65-F5344CB8AC3E}">
        <p14:creationId xmlns:p14="http://schemas.microsoft.com/office/powerpoint/2010/main" val="2683998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8A64D-048E-516F-EB89-710EB4443EC5}"/>
              </a:ext>
            </a:extLst>
          </p:cNvPr>
          <p:cNvSpPr>
            <a:spLocks noGrp="1"/>
          </p:cNvSpPr>
          <p:nvPr>
            <p:ph type="title"/>
          </p:nvPr>
        </p:nvSpPr>
        <p:spPr/>
        <p:txBody>
          <a:bodyPr/>
          <a:lstStyle/>
          <a:p>
            <a:r>
              <a:rPr lang="en-US" dirty="0"/>
              <a:t>PSB beam instrumentation</a:t>
            </a:r>
          </a:p>
        </p:txBody>
      </p:sp>
      <p:sp>
        <p:nvSpPr>
          <p:cNvPr id="3" name="Slide Number Placeholder 2">
            <a:extLst>
              <a:ext uri="{FF2B5EF4-FFF2-40B4-BE49-F238E27FC236}">
                <a16:creationId xmlns:a16="http://schemas.microsoft.com/office/drawing/2014/main" id="{411A854C-2408-F03C-3F61-919BAE9652EE}"/>
              </a:ext>
            </a:extLst>
          </p:cNvPr>
          <p:cNvSpPr>
            <a:spLocks noGrp="1"/>
          </p:cNvSpPr>
          <p:nvPr>
            <p:ph type="sldNum" sz="quarter" idx="12"/>
          </p:nvPr>
        </p:nvSpPr>
        <p:spPr/>
        <p:txBody>
          <a:bodyPr/>
          <a:lstStyle/>
          <a:p>
            <a:fld id="{A8ED8B99-2640-4528-BE06-488F2B48F17D}" type="slidenum">
              <a:rPr lang="el-GR" smtClean="0"/>
              <a:pPr/>
              <a:t>17</a:t>
            </a:fld>
            <a:endParaRPr lang="el-GR" dirty="0"/>
          </a:p>
        </p:txBody>
      </p:sp>
      <p:pic>
        <p:nvPicPr>
          <p:cNvPr id="5" name="Picture 4">
            <a:extLst>
              <a:ext uri="{FF2B5EF4-FFF2-40B4-BE49-F238E27FC236}">
                <a16:creationId xmlns:a16="http://schemas.microsoft.com/office/drawing/2014/main" id="{153CA4DD-2A35-E753-2FF0-73948CC58A37}"/>
              </a:ext>
            </a:extLst>
          </p:cNvPr>
          <p:cNvPicPr>
            <a:picLocks noChangeAspect="1"/>
          </p:cNvPicPr>
          <p:nvPr/>
        </p:nvPicPr>
        <p:blipFill>
          <a:blip r:embed="rId2"/>
          <a:stretch>
            <a:fillRect/>
          </a:stretch>
        </p:blipFill>
        <p:spPr>
          <a:xfrm>
            <a:off x="104501" y="766354"/>
            <a:ext cx="5669279" cy="4565150"/>
          </a:xfrm>
          <a:prstGeom prst="rect">
            <a:avLst/>
          </a:prstGeom>
        </p:spPr>
      </p:pic>
      <p:sp>
        <p:nvSpPr>
          <p:cNvPr id="6" name="Oval 5">
            <a:extLst>
              <a:ext uri="{FF2B5EF4-FFF2-40B4-BE49-F238E27FC236}">
                <a16:creationId xmlns:a16="http://schemas.microsoft.com/office/drawing/2014/main" id="{666B97D4-F36D-9DA7-9578-F197F4AC809B}"/>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Oval 6">
            <a:extLst>
              <a:ext uri="{FF2B5EF4-FFF2-40B4-BE49-F238E27FC236}">
                <a16:creationId xmlns:a16="http://schemas.microsoft.com/office/drawing/2014/main" id="{99846080-64BF-03B5-31F8-05C09BB3D9B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Oval 7">
            <a:extLst>
              <a:ext uri="{FF2B5EF4-FFF2-40B4-BE49-F238E27FC236}">
                <a16:creationId xmlns:a16="http://schemas.microsoft.com/office/drawing/2014/main" id="{DA99CBD6-2FBC-0486-12AE-028546ED2FC5}"/>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Oval 8">
            <a:extLst>
              <a:ext uri="{FF2B5EF4-FFF2-40B4-BE49-F238E27FC236}">
                <a16:creationId xmlns:a16="http://schemas.microsoft.com/office/drawing/2014/main" id="{9680156A-CCBD-0B4C-F5A0-8A166983D9EC}"/>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CECBCE2D-80DF-7434-D7CB-7E8E1CD7208A}"/>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Oval 10">
            <a:extLst>
              <a:ext uri="{FF2B5EF4-FFF2-40B4-BE49-F238E27FC236}">
                <a16:creationId xmlns:a16="http://schemas.microsoft.com/office/drawing/2014/main" id="{D150FAEC-4234-C532-7818-36A80CEEA0E1}"/>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Oval 11">
            <a:extLst>
              <a:ext uri="{FF2B5EF4-FFF2-40B4-BE49-F238E27FC236}">
                <a16:creationId xmlns:a16="http://schemas.microsoft.com/office/drawing/2014/main" id="{8EB9D81A-71AD-A791-AF42-E2A54F6E33A4}"/>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09E5B9BA-F910-2399-C67D-2E3D0DF2FB50}"/>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65C971CA-CB0F-0FA2-1A75-92B232A7B69F}"/>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0E8D0107-8A5E-10A2-BF8E-25F907E63271}"/>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11A64F06-7B18-62F0-DF02-8422B8F0E644}"/>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F8F206BA-7F7D-9E7D-E74A-B00E071A4ADC}"/>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B8DF8989-70E9-CC8C-DBC1-E2D50784A130}"/>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77B899BC-54F6-73D0-517E-DE6B091C880F}"/>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F700DB38-0DE2-5C08-2155-89EB1766D832}"/>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8CFEA224-BE4C-8133-3831-B907664BD81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2" name="Picture 21">
            <a:extLst>
              <a:ext uri="{FF2B5EF4-FFF2-40B4-BE49-F238E27FC236}">
                <a16:creationId xmlns:a16="http://schemas.microsoft.com/office/drawing/2014/main" id="{15D18BD3-90C2-8F42-398B-C020634FDED2}"/>
              </a:ext>
            </a:extLst>
          </p:cNvPr>
          <p:cNvPicPr>
            <a:picLocks noChangeAspect="1"/>
          </p:cNvPicPr>
          <p:nvPr/>
        </p:nvPicPr>
        <p:blipFill>
          <a:blip r:embed="rId3"/>
          <a:stretch>
            <a:fillRect/>
          </a:stretch>
        </p:blipFill>
        <p:spPr>
          <a:xfrm>
            <a:off x="5343375" y="2052167"/>
            <a:ext cx="6733499" cy="3908479"/>
          </a:xfrm>
          <a:prstGeom prst="rect">
            <a:avLst/>
          </a:prstGeom>
        </p:spPr>
      </p:pic>
      <p:sp>
        <p:nvSpPr>
          <p:cNvPr id="4" name="Text Placeholder 3">
            <a:extLst>
              <a:ext uri="{FF2B5EF4-FFF2-40B4-BE49-F238E27FC236}">
                <a16:creationId xmlns:a16="http://schemas.microsoft.com/office/drawing/2014/main" id="{0DE2112B-BE4D-8E4E-FECF-C60A9CCF2394}"/>
              </a:ext>
            </a:extLst>
          </p:cNvPr>
          <p:cNvSpPr>
            <a:spLocks noGrp="1"/>
          </p:cNvSpPr>
          <p:nvPr>
            <p:ph type="body" sz="quarter" idx="13"/>
          </p:nvPr>
        </p:nvSpPr>
        <p:spPr>
          <a:xfrm>
            <a:off x="6096000" y="746648"/>
            <a:ext cx="5682488" cy="5653088"/>
          </a:xfrm>
        </p:spPr>
        <p:txBody>
          <a:bodyPr/>
          <a:lstStyle/>
          <a:p>
            <a:pPr marL="285750" indent="-285750"/>
            <a:r>
              <a:rPr lang="en-US" sz="2000" dirty="0">
                <a:cs typeface="Arial" panose="020B0604020202020204" pitchFamily="34" charset="0"/>
              </a:rPr>
              <a:t>For each of the 4 rings, 16 horizontal and 16 vertical </a:t>
            </a:r>
            <a:r>
              <a:rPr lang="en-US" sz="2000" b="1" dirty="0">
                <a:solidFill>
                  <a:srgbClr val="05B050"/>
                </a:solidFill>
                <a:cs typeface="Arial" panose="020B0604020202020204" pitchFamily="34" charset="0"/>
              </a:rPr>
              <a:t>Beam Position Monitors (BPM) </a:t>
            </a:r>
            <a:r>
              <a:rPr lang="en-US" sz="2000" dirty="0">
                <a:cs typeface="Arial" panose="020B0604020202020204" pitchFamily="34" charset="0"/>
              </a:rPr>
              <a:t>measure the average transverse position of the beam. </a:t>
            </a:r>
            <a:endParaRPr lang="en-CH" sz="2000" dirty="0">
              <a:cs typeface="Arial" panose="020B0604020202020204" pitchFamily="34" charset="0"/>
            </a:endParaRPr>
          </a:p>
          <a:p>
            <a:endParaRPr lang="en-US" dirty="0"/>
          </a:p>
        </p:txBody>
      </p:sp>
    </p:spTree>
    <p:extLst>
      <p:ext uri="{BB962C8B-B14F-4D97-AF65-F5344CB8AC3E}">
        <p14:creationId xmlns:p14="http://schemas.microsoft.com/office/powerpoint/2010/main" val="100306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animEffect transition="in" filter="fade">
                                      <p:cBhvr>
                                        <p:cTn id="55" dur="500"/>
                                        <p:tgtEl>
                                          <p:spTgt spid="4">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E117F-4C1E-2D3B-8778-0E20EECE5FF4}"/>
              </a:ext>
            </a:extLst>
          </p:cNvPr>
          <p:cNvSpPr>
            <a:spLocks noGrp="1"/>
          </p:cNvSpPr>
          <p:nvPr>
            <p:ph type="title"/>
          </p:nvPr>
        </p:nvSpPr>
        <p:spPr/>
        <p:txBody>
          <a:bodyPr/>
          <a:lstStyle/>
          <a:p>
            <a:r>
              <a:rPr lang="en-US" dirty="0"/>
              <a:t>PSB beam instrumentation</a:t>
            </a:r>
          </a:p>
        </p:txBody>
      </p:sp>
      <p:sp>
        <p:nvSpPr>
          <p:cNvPr id="3" name="Slide Number Placeholder 2">
            <a:extLst>
              <a:ext uri="{FF2B5EF4-FFF2-40B4-BE49-F238E27FC236}">
                <a16:creationId xmlns:a16="http://schemas.microsoft.com/office/drawing/2014/main" id="{6C85F838-6027-C37B-9893-324063320920}"/>
              </a:ext>
            </a:extLst>
          </p:cNvPr>
          <p:cNvSpPr>
            <a:spLocks noGrp="1"/>
          </p:cNvSpPr>
          <p:nvPr>
            <p:ph type="sldNum" sz="quarter" idx="12"/>
          </p:nvPr>
        </p:nvSpPr>
        <p:spPr/>
        <p:txBody>
          <a:bodyPr/>
          <a:lstStyle/>
          <a:p>
            <a:fld id="{A8ED8B99-2640-4528-BE06-488F2B48F17D}" type="slidenum">
              <a:rPr lang="el-GR" smtClean="0"/>
              <a:pPr/>
              <a:t>18</a:t>
            </a:fld>
            <a:endParaRPr lang="el-GR" dirty="0"/>
          </a:p>
        </p:txBody>
      </p:sp>
      <p:pic>
        <p:nvPicPr>
          <p:cNvPr id="4" name="Picture 3">
            <a:extLst>
              <a:ext uri="{FF2B5EF4-FFF2-40B4-BE49-F238E27FC236}">
                <a16:creationId xmlns:a16="http://schemas.microsoft.com/office/drawing/2014/main" id="{BA5E1B75-1A92-C45C-2EC4-CDDE0F532B2D}"/>
              </a:ext>
            </a:extLst>
          </p:cNvPr>
          <p:cNvPicPr>
            <a:picLocks noChangeAspect="1"/>
          </p:cNvPicPr>
          <p:nvPr/>
        </p:nvPicPr>
        <p:blipFill>
          <a:blip r:embed="rId2"/>
          <a:stretch>
            <a:fillRect/>
          </a:stretch>
        </p:blipFill>
        <p:spPr>
          <a:xfrm>
            <a:off x="104501" y="766354"/>
            <a:ext cx="5669279" cy="4565150"/>
          </a:xfrm>
          <a:prstGeom prst="rect">
            <a:avLst/>
          </a:prstGeom>
        </p:spPr>
      </p:pic>
      <p:sp>
        <p:nvSpPr>
          <p:cNvPr id="6" name="Oval 5">
            <a:extLst>
              <a:ext uri="{FF2B5EF4-FFF2-40B4-BE49-F238E27FC236}">
                <a16:creationId xmlns:a16="http://schemas.microsoft.com/office/drawing/2014/main" id="{B29BA477-8472-F665-A218-678D6E15F187}"/>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Oval 6">
            <a:extLst>
              <a:ext uri="{FF2B5EF4-FFF2-40B4-BE49-F238E27FC236}">
                <a16:creationId xmlns:a16="http://schemas.microsoft.com/office/drawing/2014/main" id="{3B4F84D3-1CC6-F80F-114B-FD8DA1C4A2B3}"/>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Oval 7">
            <a:extLst>
              <a:ext uri="{FF2B5EF4-FFF2-40B4-BE49-F238E27FC236}">
                <a16:creationId xmlns:a16="http://schemas.microsoft.com/office/drawing/2014/main" id="{C7DACE96-97F3-8011-A3DF-6D15EFE2305C}"/>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Oval 8">
            <a:extLst>
              <a:ext uri="{FF2B5EF4-FFF2-40B4-BE49-F238E27FC236}">
                <a16:creationId xmlns:a16="http://schemas.microsoft.com/office/drawing/2014/main" id="{761945D8-CA50-DD45-D25B-2331523C7DF8}"/>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C8765E05-773B-B874-81E1-52133BF003CD}"/>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Oval 10">
            <a:extLst>
              <a:ext uri="{FF2B5EF4-FFF2-40B4-BE49-F238E27FC236}">
                <a16:creationId xmlns:a16="http://schemas.microsoft.com/office/drawing/2014/main" id="{BAC6F265-4ECB-FB57-E9AC-9A2C0734CAE2}"/>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Oval 11">
            <a:extLst>
              <a:ext uri="{FF2B5EF4-FFF2-40B4-BE49-F238E27FC236}">
                <a16:creationId xmlns:a16="http://schemas.microsoft.com/office/drawing/2014/main" id="{E885F260-2720-433A-F88E-7C6F8437D1FC}"/>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7B87C8BA-F8F9-DA71-324F-BE0B8B5E5482}"/>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E6963464-196A-E3D9-A274-51A462AEE65F}"/>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0663BD90-76AE-AA64-D4BE-EFF81AB46692}"/>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4E7E9346-9132-FB85-A623-F0B067723A04}"/>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567E6DAD-D187-7256-8BBB-EF133E416292}"/>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F9202784-A305-8304-F827-6900A3121CE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BC93226E-F0B2-C822-2B07-88FC0BE52A13}"/>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11682A1E-5A30-62D6-E71A-822D5B879FBA}"/>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CAF2A0E8-C6D1-43FB-9A62-63288079B4BF}"/>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Rectangle 21">
            <a:extLst>
              <a:ext uri="{FF2B5EF4-FFF2-40B4-BE49-F238E27FC236}">
                <a16:creationId xmlns:a16="http://schemas.microsoft.com/office/drawing/2014/main" id="{EAEE574E-3416-B9BC-BB92-F6A509DD9A89}"/>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Text Placeholder 3">
            <a:extLst>
              <a:ext uri="{FF2B5EF4-FFF2-40B4-BE49-F238E27FC236}">
                <a16:creationId xmlns:a16="http://schemas.microsoft.com/office/drawing/2014/main" id="{BB5DA1D2-76D1-0288-F370-AC53FE006BD0}"/>
              </a:ext>
            </a:extLst>
          </p:cNvPr>
          <p:cNvSpPr>
            <a:spLocks noGrp="1"/>
          </p:cNvSpPr>
          <p:nvPr>
            <p:ph type="body" sz="quarter" idx="13"/>
          </p:nvPr>
        </p:nvSpPr>
        <p:spPr>
          <a:xfrm>
            <a:off x="6096000" y="746648"/>
            <a:ext cx="5682488" cy="5653088"/>
          </a:xfrm>
        </p:spPr>
        <p:txBody>
          <a:bodyPr/>
          <a:lstStyle/>
          <a:p>
            <a:pPr marL="285750" indent="-285750"/>
            <a:r>
              <a:rPr lang="en-US" sz="2000" dirty="0">
                <a:cs typeface="Arial" panose="020B0604020202020204" pitchFamily="34" charset="0"/>
              </a:rPr>
              <a:t>A </a:t>
            </a:r>
            <a:r>
              <a:rPr lang="en-US" sz="2000" b="1" dirty="0">
                <a:solidFill>
                  <a:srgbClr val="7030A0"/>
                </a:solidFill>
                <a:cs typeface="Arial" panose="020B0604020202020204" pitchFamily="34" charset="0"/>
              </a:rPr>
              <a:t>Beam Current Transformer (BCT)</a:t>
            </a:r>
            <a:r>
              <a:rPr lang="en-US" sz="2000" dirty="0">
                <a:cs typeface="Arial" panose="020B0604020202020204" pitchFamily="34" charset="0"/>
              </a:rPr>
              <a:t> measures the beam intensity (or number of particles) with a 1 </a:t>
            </a:r>
            <a:r>
              <a:rPr lang="en-US" sz="2000" dirty="0" err="1">
                <a:cs typeface="Arial" panose="020B0604020202020204" pitchFamily="34" charset="0"/>
              </a:rPr>
              <a:t>ms</a:t>
            </a:r>
            <a:r>
              <a:rPr lang="en-US" sz="2000" dirty="0">
                <a:cs typeface="Arial" panose="020B0604020202020204" pitchFamily="34" charset="0"/>
              </a:rPr>
              <a:t> resolution (~500 points). </a:t>
            </a:r>
            <a:endParaRPr lang="en-CH" sz="2000" dirty="0">
              <a:cs typeface="Arial" panose="020B0604020202020204" pitchFamily="34" charset="0"/>
            </a:endParaRPr>
          </a:p>
          <a:p>
            <a:endParaRPr lang="en-US" dirty="0"/>
          </a:p>
        </p:txBody>
      </p:sp>
      <p:pic>
        <p:nvPicPr>
          <p:cNvPr id="27" name="Picture 26">
            <a:extLst>
              <a:ext uri="{FF2B5EF4-FFF2-40B4-BE49-F238E27FC236}">
                <a16:creationId xmlns:a16="http://schemas.microsoft.com/office/drawing/2014/main" id="{F0552FF0-C5A1-C6D7-068D-486754592EA6}"/>
              </a:ext>
            </a:extLst>
          </p:cNvPr>
          <p:cNvPicPr>
            <a:picLocks noChangeAspect="1"/>
          </p:cNvPicPr>
          <p:nvPr/>
        </p:nvPicPr>
        <p:blipFill>
          <a:blip r:embed="rId3"/>
          <a:stretch>
            <a:fillRect/>
          </a:stretch>
        </p:blipFill>
        <p:spPr>
          <a:xfrm>
            <a:off x="5373188" y="1987875"/>
            <a:ext cx="6524602" cy="3937067"/>
          </a:xfrm>
          <a:prstGeom prst="rect">
            <a:avLst/>
          </a:prstGeom>
        </p:spPr>
      </p:pic>
    </p:spTree>
    <p:extLst>
      <p:ext uri="{BB962C8B-B14F-4D97-AF65-F5344CB8AC3E}">
        <p14:creationId xmlns:p14="http://schemas.microsoft.com/office/powerpoint/2010/main" val="49012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F50FF-C8FD-6F3F-CC2F-208487F2A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C3F99-945E-B208-2758-FB02676D3632}"/>
              </a:ext>
            </a:extLst>
          </p:cNvPr>
          <p:cNvSpPr>
            <a:spLocks noGrp="1"/>
          </p:cNvSpPr>
          <p:nvPr>
            <p:ph type="title"/>
          </p:nvPr>
        </p:nvSpPr>
        <p:spPr/>
        <p:txBody>
          <a:bodyPr/>
          <a:lstStyle/>
          <a:p>
            <a:r>
              <a:rPr lang="en-US" dirty="0"/>
              <a:t>PSB beam instrumentation</a:t>
            </a:r>
          </a:p>
        </p:txBody>
      </p:sp>
      <p:sp>
        <p:nvSpPr>
          <p:cNvPr id="3" name="Slide Number Placeholder 2">
            <a:extLst>
              <a:ext uri="{FF2B5EF4-FFF2-40B4-BE49-F238E27FC236}">
                <a16:creationId xmlns:a16="http://schemas.microsoft.com/office/drawing/2014/main" id="{2D7F36FF-B1ED-F90A-3C42-A5C687154C5C}"/>
              </a:ext>
            </a:extLst>
          </p:cNvPr>
          <p:cNvSpPr>
            <a:spLocks noGrp="1"/>
          </p:cNvSpPr>
          <p:nvPr>
            <p:ph type="sldNum" sz="quarter" idx="12"/>
          </p:nvPr>
        </p:nvSpPr>
        <p:spPr/>
        <p:txBody>
          <a:bodyPr/>
          <a:lstStyle/>
          <a:p>
            <a:fld id="{A8ED8B99-2640-4528-BE06-488F2B48F17D}" type="slidenum">
              <a:rPr lang="el-GR" smtClean="0"/>
              <a:pPr/>
              <a:t>19</a:t>
            </a:fld>
            <a:endParaRPr lang="el-GR" dirty="0"/>
          </a:p>
        </p:txBody>
      </p:sp>
      <p:pic>
        <p:nvPicPr>
          <p:cNvPr id="4" name="Picture 3">
            <a:extLst>
              <a:ext uri="{FF2B5EF4-FFF2-40B4-BE49-F238E27FC236}">
                <a16:creationId xmlns:a16="http://schemas.microsoft.com/office/drawing/2014/main" id="{8CE3244D-16EE-473A-4E42-1392403728DD}"/>
              </a:ext>
            </a:extLst>
          </p:cNvPr>
          <p:cNvPicPr>
            <a:picLocks noChangeAspect="1"/>
          </p:cNvPicPr>
          <p:nvPr/>
        </p:nvPicPr>
        <p:blipFill>
          <a:blip r:embed="rId2"/>
          <a:stretch>
            <a:fillRect/>
          </a:stretch>
        </p:blipFill>
        <p:spPr>
          <a:xfrm>
            <a:off x="104501" y="766354"/>
            <a:ext cx="5669279" cy="4565150"/>
          </a:xfrm>
          <a:prstGeom prst="rect">
            <a:avLst/>
          </a:prstGeom>
        </p:spPr>
      </p:pic>
      <p:sp>
        <p:nvSpPr>
          <p:cNvPr id="5" name="Oval 4">
            <a:extLst>
              <a:ext uri="{FF2B5EF4-FFF2-40B4-BE49-F238E27FC236}">
                <a16:creationId xmlns:a16="http://schemas.microsoft.com/office/drawing/2014/main" id="{589F2D03-0616-55D4-CF32-E981B04EDB45}"/>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Oval 5">
            <a:extLst>
              <a:ext uri="{FF2B5EF4-FFF2-40B4-BE49-F238E27FC236}">
                <a16:creationId xmlns:a16="http://schemas.microsoft.com/office/drawing/2014/main" id="{3E8961A7-FC30-CB02-FB94-08A9407F7ACD}"/>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Oval 6">
            <a:extLst>
              <a:ext uri="{FF2B5EF4-FFF2-40B4-BE49-F238E27FC236}">
                <a16:creationId xmlns:a16="http://schemas.microsoft.com/office/drawing/2014/main" id="{4AA92CF4-D7FD-1C35-BDAC-C9551F01B4BD}"/>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Oval 7">
            <a:extLst>
              <a:ext uri="{FF2B5EF4-FFF2-40B4-BE49-F238E27FC236}">
                <a16:creationId xmlns:a16="http://schemas.microsoft.com/office/drawing/2014/main" id="{B93A6766-0271-99DE-2FC2-937630C2464A}"/>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Oval 8">
            <a:extLst>
              <a:ext uri="{FF2B5EF4-FFF2-40B4-BE49-F238E27FC236}">
                <a16:creationId xmlns:a16="http://schemas.microsoft.com/office/drawing/2014/main" id="{B4B59C13-BA79-7473-E22A-05C549E57EFB}"/>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0D3CB7AF-13C9-132E-DC42-EEEF73E1792A}"/>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Oval 10">
            <a:extLst>
              <a:ext uri="{FF2B5EF4-FFF2-40B4-BE49-F238E27FC236}">
                <a16:creationId xmlns:a16="http://schemas.microsoft.com/office/drawing/2014/main" id="{34DE704D-579D-D82A-0BC0-EC5BD8275183}"/>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Oval 11">
            <a:extLst>
              <a:ext uri="{FF2B5EF4-FFF2-40B4-BE49-F238E27FC236}">
                <a16:creationId xmlns:a16="http://schemas.microsoft.com/office/drawing/2014/main" id="{1C193694-8D23-8B71-916D-ED0BFCEA006E}"/>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70CE7B10-2860-709D-9033-43B6582352C5}"/>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88B63177-E44F-93E3-7131-A42A37F7AA6F}"/>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561C237B-F068-BE3F-E464-F255A85A8C3C}"/>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F496BA2F-150F-E8B7-B39A-248464BC3395}"/>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DD33A3B6-16CC-BE31-4634-3CEE9585543C}"/>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9CC4EC05-FCC2-22C7-FC1A-D107BE13E3AE}"/>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EA718FC0-E134-7BD9-54A3-43D9A26017FB}"/>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017AB258-DA70-DCBA-896C-E14E30904D15}"/>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Rectangle 20">
            <a:extLst>
              <a:ext uri="{FF2B5EF4-FFF2-40B4-BE49-F238E27FC236}">
                <a16:creationId xmlns:a16="http://schemas.microsoft.com/office/drawing/2014/main" id="{2E75AE93-D80E-09A2-BB97-70E052FE8394}"/>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Extract 21">
            <a:extLst>
              <a:ext uri="{FF2B5EF4-FFF2-40B4-BE49-F238E27FC236}">
                <a16:creationId xmlns:a16="http://schemas.microsoft.com/office/drawing/2014/main" id="{3DE3F01E-148A-E076-B8DA-905BC0C200CA}"/>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Extract 22">
            <a:extLst>
              <a:ext uri="{FF2B5EF4-FFF2-40B4-BE49-F238E27FC236}">
                <a16:creationId xmlns:a16="http://schemas.microsoft.com/office/drawing/2014/main" id="{9F9CA1E1-8990-3275-BBF7-4D8C8C29E17C}"/>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Extract 23">
            <a:extLst>
              <a:ext uri="{FF2B5EF4-FFF2-40B4-BE49-F238E27FC236}">
                <a16:creationId xmlns:a16="http://schemas.microsoft.com/office/drawing/2014/main" id="{026A33A3-65C6-0D34-7877-5536D909F69F}"/>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5" name="Picture 2" descr="Principle of the beam wire scanner. | Download Scientific Diagram">
            <a:extLst>
              <a:ext uri="{FF2B5EF4-FFF2-40B4-BE49-F238E27FC236}">
                <a16:creationId xmlns:a16="http://schemas.microsoft.com/office/drawing/2014/main" id="{0AC87C35-23E3-CE97-89FB-761E8F810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9282" y="2088424"/>
            <a:ext cx="6204859" cy="408799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Placeholder 3">
            <a:extLst>
              <a:ext uri="{FF2B5EF4-FFF2-40B4-BE49-F238E27FC236}">
                <a16:creationId xmlns:a16="http://schemas.microsoft.com/office/drawing/2014/main" id="{65455886-02D5-7768-9FC8-1FEEB562B450}"/>
              </a:ext>
            </a:extLst>
          </p:cNvPr>
          <p:cNvSpPr>
            <a:spLocks noGrp="1"/>
          </p:cNvSpPr>
          <p:nvPr>
            <p:ph type="body" sz="quarter" idx="13"/>
          </p:nvPr>
        </p:nvSpPr>
        <p:spPr>
          <a:xfrm>
            <a:off x="6096000" y="746648"/>
            <a:ext cx="5682488" cy="5653088"/>
          </a:xfrm>
        </p:spPr>
        <p:txBody>
          <a:bodyPr/>
          <a:lstStyle/>
          <a:p>
            <a:pPr marL="285750" indent="-285750"/>
            <a:r>
              <a:rPr lang="en-US" sz="2000" dirty="0">
                <a:cs typeface="Arial" panose="020B0604020202020204" pitchFamily="34" charset="0"/>
              </a:rPr>
              <a:t>The beam profile is measured with </a:t>
            </a:r>
            <a:r>
              <a:rPr lang="en-US" sz="2000" b="1" dirty="0">
                <a:solidFill>
                  <a:srgbClr val="FF0000"/>
                </a:solidFill>
                <a:cs typeface="Arial" panose="020B0604020202020204" pitchFamily="34" charset="0"/>
              </a:rPr>
              <a:t>Wire Scanners</a:t>
            </a:r>
            <a:r>
              <a:rPr lang="en-US" sz="2000" dirty="0">
                <a:cs typeface="Arial" panose="020B0604020202020204" pitchFamily="34" charset="0"/>
              </a:rPr>
              <a:t>. The emittance can be calculated from the beam size and the optical functions from the model.</a:t>
            </a:r>
            <a:endParaRPr lang="en-US"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0026612-1148-C657-D5C5-E093ED4D33E9}"/>
                  </a:ext>
                </a:extLst>
              </p:cNvPr>
              <p:cNvSpPr txBox="1"/>
              <p:nvPr/>
            </p:nvSpPr>
            <p:spPr>
              <a:xfrm>
                <a:off x="758142" y="5607927"/>
                <a:ext cx="3698064" cy="7021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𝑟</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𝛾</m:t>
                              </m:r>
                            </m:e>
                            <m:sub>
                              <m:r>
                                <a:rPr lang="en-US" sz="2000" b="0" i="1" smtClean="0">
                                  <a:latin typeface="Cambria Math" panose="02040503050406030204" pitchFamily="18" charset="0"/>
                                </a:rPr>
                                <m:t>𝑟</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sub>
                          </m:sSub>
                        </m:den>
                      </m:f>
                      <m:d>
                        <m:dPr>
                          <m:begChr m:val="["/>
                          <m:endChr m:val="]"/>
                          <m:ctrlPr>
                            <a:rPr lang="en-US" sz="2000" b="0" i="1" smtClean="0">
                              <a:latin typeface="Cambria Math" panose="02040503050406030204" pitchFamily="18" charset="0"/>
                            </a:rPr>
                          </m:ctrlPr>
                        </m:dPr>
                        <m:e>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sub>
                            <m:sup>
                              <m:r>
                                <a:rPr lang="en-US" sz="2000" i="1">
                                  <a:latin typeface="Cambria Math" panose="02040503050406030204" pitchFamily="18" charset="0"/>
                                </a:rPr>
                                <m:t>2</m:t>
                              </m:r>
                            </m:sup>
                          </m:sSub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sub>
                          </m:sSub>
                          <m:sSub>
                            <m:sSubPr>
                              <m:ctrlPr>
                                <a:rPr lang="en-US" sz="2000" b="0" i="1" smtClean="0">
                                  <a:latin typeface="Cambria Math" panose="02040503050406030204" pitchFamily="18" charset="0"/>
                                </a:rPr>
                              </m:ctrlPr>
                            </m:sSubPr>
                            <m:e>
                              <m:d>
                                <m:dPr>
                                  <m:ctrlPr>
                                    <a:rPr lang="en-US" sz="2000" b="0" i="1" smtClean="0">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𝛿</m:t>
                                      </m:r>
                                      <m:r>
                                        <a:rPr lang="en-US" sz="2000" i="1">
                                          <a:latin typeface="Cambria Math" panose="02040503050406030204" pitchFamily="18" charset="0"/>
                                        </a:rPr>
                                        <m:t>𝑝</m:t>
                                      </m:r>
                                    </m:num>
                                    <m:den>
                                      <m:r>
                                        <a:rPr lang="en-US" sz="2000" i="1">
                                          <a:latin typeface="Cambria Math" panose="02040503050406030204" pitchFamily="18" charset="0"/>
                                        </a:rPr>
                                        <m:t>𝑝</m:t>
                                      </m:r>
                                    </m:den>
                                  </m:f>
                                </m:e>
                              </m:d>
                            </m:e>
                            <m:sub>
                              <m:r>
                                <a:rPr lang="en-US" sz="2000" b="0" i="1" smtClean="0">
                                  <a:latin typeface="Cambria Math" panose="02040503050406030204" pitchFamily="18" charset="0"/>
                                </a:rPr>
                                <m:t>𝑅𝑀𝑆</m:t>
                              </m:r>
                            </m:sub>
                          </m:sSub>
                        </m:e>
                      </m:d>
                    </m:oMath>
                  </m:oMathPara>
                </a14:m>
                <a:endParaRPr lang="en-US" sz="2000" dirty="0"/>
              </a:p>
            </p:txBody>
          </p:sp>
        </mc:Choice>
        <mc:Fallback xmlns="">
          <p:sp>
            <p:nvSpPr>
              <p:cNvPr id="27" name="TextBox 26">
                <a:extLst>
                  <a:ext uri="{FF2B5EF4-FFF2-40B4-BE49-F238E27FC236}">
                    <a16:creationId xmlns:a16="http://schemas.microsoft.com/office/drawing/2014/main" id="{B0026612-1148-C657-D5C5-E093ED4D33E9}"/>
                  </a:ext>
                </a:extLst>
              </p:cNvPr>
              <p:cNvSpPr txBox="1">
                <a:spLocks noRot="1" noChangeAspect="1" noMove="1" noResize="1" noEditPoints="1" noAdjustHandles="1" noChangeArrowheads="1" noChangeShapeType="1" noTextEdit="1"/>
              </p:cNvSpPr>
              <p:nvPr/>
            </p:nvSpPr>
            <p:spPr>
              <a:xfrm>
                <a:off x="758142" y="5607927"/>
                <a:ext cx="3698064" cy="702115"/>
              </a:xfrm>
              <a:prstGeom prst="rect">
                <a:avLst/>
              </a:prstGeom>
              <a:blipFill>
                <a:blip r:embed="rId4"/>
                <a:stretch>
                  <a:fillRect l="-342" b="-10714"/>
                </a:stretch>
              </a:blipFill>
            </p:spPr>
            <p:txBody>
              <a:bodyPr/>
              <a:lstStyle/>
              <a:p>
                <a:r>
                  <a:rPr lang="en-US">
                    <a:noFill/>
                  </a:rPr>
                  <a:t> </a:t>
                </a:r>
              </a:p>
            </p:txBody>
          </p:sp>
        </mc:Fallback>
      </mc:AlternateContent>
    </p:spTree>
    <p:extLst>
      <p:ext uri="{BB962C8B-B14F-4D97-AF65-F5344CB8AC3E}">
        <p14:creationId xmlns:p14="http://schemas.microsoft.com/office/powerpoint/2010/main" val="1078580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EC2E-ED11-CA0C-9FC6-E48680DA4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4BC31-BC9E-46E6-C9C7-05F4D5115F48}"/>
              </a:ext>
            </a:extLst>
          </p:cNvPr>
          <p:cNvSpPr>
            <a:spLocks noGrp="1"/>
          </p:cNvSpPr>
          <p:nvPr>
            <p:ph type="title"/>
          </p:nvPr>
        </p:nvSpPr>
        <p:spPr/>
        <p:txBody>
          <a:bodyPr/>
          <a:lstStyle/>
          <a:p>
            <a:r>
              <a:rPr lang="en-US" dirty="0"/>
              <a:t>PSB beam instrumentation</a:t>
            </a:r>
          </a:p>
        </p:txBody>
      </p:sp>
      <p:sp>
        <p:nvSpPr>
          <p:cNvPr id="3" name="Slide Number Placeholder 2">
            <a:extLst>
              <a:ext uri="{FF2B5EF4-FFF2-40B4-BE49-F238E27FC236}">
                <a16:creationId xmlns:a16="http://schemas.microsoft.com/office/drawing/2014/main" id="{5E9E57C5-2605-0B0E-418D-D573344FE69B}"/>
              </a:ext>
            </a:extLst>
          </p:cNvPr>
          <p:cNvSpPr>
            <a:spLocks noGrp="1"/>
          </p:cNvSpPr>
          <p:nvPr>
            <p:ph type="sldNum" sz="quarter" idx="12"/>
          </p:nvPr>
        </p:nvSpPr>
        <p:spPr/>
        <p:txBody>
          <a:bodyPr/>
          <a:lstStyle/>
          <a:p>
            <a:fld id="{A8ED8B99-2640-4528-BE06-488F2B48F17D}" type="slidenum">
              <a:rPr lang="el-GR" smtClean="0"/>
              <a:pPr/>
              <a:t>20</a:t>
            </a:fld>
            <a:endParaRPr lang="el-GR" dirty="0"/>
          </a:p>
        </p:txBody>
      </p:sp>
      <p:pic>
        <p:nvPicPr>
          <p:cNvPr id="4" name="Picture 3">
            <a:extLst>
              <a:ext uri="{FF2B5EF4-FFF2-40B4-BE49-F238E27FC236}">
                <a16:creationId xmlns:a16="http://schemas.microsoft.com/office/drawing/2014/main" id="{2C44994D-6231-4CA6-CC37-6243D0E8A607}"/>
              </a:ext>
            </a:extLst>
          </p:cNvPr>
          <p:cNvPicPr>
            <a:picLocks noChangeAspect="1"/>
          </p:cNvPicPr>
          <p:nvPr/>
        </p:nvPicPr>
        <p:blipFill>
          <a:blip r:embed="rId2"/>
          <a:stretch>
            <a:fillRect/>
          </a:stretch>
        </p:blipFill>
        <p:spPr>
          <a:xfrm>
            <a:off x="104501" y="766354"/>
            <a:ext cx="5669279" cy="4565150"/>
          </a:xfrm>
          <a:prstGeom prst="rect">
            <a:avLst/>
          </a:prstGeom>
        </p:spPr>
      </p:pic>
      <p:sp>
        <p:nvSpPr>
          <p:cNvPr id="5" name="Oval 4">
            <a:extLst>
              <a:ext uri="{FF2B5EF4-FFF2-40B4-BE49-F238E27FC236}">
                <a16:creationId xmlns:a16="http://schemas.microsoft.com/office/drawing/2014/main" id="{D102F987-5670-C12C-7808-4E76C6F911E8}"/>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Oval 5">
            <a:extLst>
              <a:ext uri="{FF2B5EF4-FFF2-40B4-BE49-F238E27FC236}">
                <a16:creationId xmlns:a16="http://schemas.microsoft.com/office/drawing/2014/main" id="{0171D50C-2967-933F-C785-BC406E75A2C6}"/>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Oval 6">
            <a:extLst>
              <a:ext uri="{FF2B5EF4-FFF2-40B4-BE49-F238E27FC236}">
                <a16:creationId xmlns:a16="http://schemas.microsoft.com/office/drawing/2014/main" id="{0E664A18-CEE0-39D5-2E7D-33645DED274F}"/>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Oval 7">
            <a:extLst>
              <a:ext uri="{FF2B5EF4-FFF2-40B4-BE49-F238E27FC236}">
                <a16:creationId xmlns:a16="http://schemas.microsoft.com/office/drawing/2014/main" id="{12ABC597-6E06-228E-BA2A-C4A188C95E3C}"/>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Oval 8">
            <a:extLst>
              <a:ext uri="{FF2B5EF4-FFF2-40B4-BE49-F238E27FC236}">
                <a16:creationId xmlns:a16="http://schemas.microsoft.com/office/drawing/2014/main" id="{B838875D-3087-E553-BC94-8DD198A46681}"/>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B3E529E6-76BA-E4CB-AE14-1225B21C1491}"/>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Oval 10">
            <a:extLst>
              <a:ext uri="{FF2B5EF4-FFF2-40B4-BE49-F238E27FC236}">
                <a16:creationId xmlns:a16="http://schemas.microsoft.com/office/drawing/2014/main" id="{C763127C-3B95-4A2B-797D-65803318038D}"/>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Oval 11">
            <a:extLst>
              <a:ext uri="{FF2B5EF4-FFF2-40B4-BE49-F238E27FC236}">
                <a16:creationId xmlns:a16="http://schemas.microsoft.com/office/drawing/2014/main" id="{3B433005-3AF6-03C4-335C-A640BFDF3BC2}"/>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35E74882-265B-C644-6CD5-3C88FC467513}"/>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05BE4AA6-77C5-983F-A848-01B94724D0FB}"/>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FEBC79EE-D961-FA92-7935-98855AFACF40}"/>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49279D74-8578-6ED0-82BC-293AF88AF744}"/>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50C8ADD6-6328-AF2D-B089-916CE7854A8E}"/>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BEE5A4C-F472-0336-D4C1-92F527295DF0}"/>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08A428D5-04F1-0765-BD67-30CA3DA22C94}"/>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FC47D828-B53C-8654-7C52-B5F6AD42ED51}"/>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Rectangle 20">
            <a:extLst>
              <a:ext uri="{FF2B5EF4-FFF2-40B4-BE49-F238E27FC236}">
                <a16:creationId xmlns:a16="http://schemas.microsoft.com/office/drawing/2014/main" id="{30165A6B-EBA5-7A67-7471-DBA174547202}"/>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Extract 21">
            <a:extLst>
              <a:ext uri="{FF2B5EF4-FFF2-40B4-BE49-F238E27FC236}">
                <a16:creationId xmlns:a16="http://schemas.microsoft.com/office/drawing/2014/main" id="{7C6658E9-EFE9-A3BE-98C6-489AD647D0E4}"/>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Extract 22">
            <a:extLst>
              <a:ext uri="{FF2B5EF4-FFF2-40B4-BE49-F238E27FC236}">
                <a16:creationId xmlns:a16="http://schemas.microsoft.com/office/drawing/2014/main" id="{065BFD80-15C3-13AF-3D4A-AB13E7FAED25}"/>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Extract 23">
            <a:extLst>
              <a:ext uri="{FF2B5EF4-FFF2-40B4-BE49-F238E27FC236}">
                <a16:creationId xmlns:a16="http://schemas.microsoft.com/office/drawing/2014/main" id="{912D59E1-1809-7EA7-4EC3-65EFCEE72ED1}"/>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4-point Star 34">
            <a:extLst>
              <a:ext uri="{FF2B5EF4-FFF2-40B4-BE49-F238E27FC236}">
                <a16:creationId xmlns:a16="http://schemas.microsoft.com/office/drawing/2014/main" id="{61714396-5977-A471-5994-DBD2A961ACF7}"/>
              </a:ext>
            </a:extLst>
          </p:cNvPr>
          <p:cNvSpPr/>
          <p:nvPr/>
        </p:nvSpPr>
        <p:spPr>
          <a:xfrm rot="17387481">
            <a:off x="4471850" y="3435571"/>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26" name="4-point Star 35">
            <a:extLst>
              <a:ext uri="{FF2B5EF4-FFF2-40B4-BE49-F238E27FC236}">
                <a16:creationId xmlns:a16="http://schemas.microsoft.com/office/drawing/2014/main" id="{FA4AAE16-2F1E-5DE5-8B4C-A60CA1977DBC}"/>
              </a:ext>
            </a:extLst>
          </p:cNvPr>
          <p:cNvSpPr/>
          <p:nvPr/>
        </p:nvSpPr>
        <p:spPr>
          <a:xfrm rot="15975689">
            <a:off x="743916" y="2811255"/>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pic>
        <p:nvPicPr>
          <p:cNvPr id="27" name="Picture 26">
            <a:extLst>
              <a:ext uri="{FF2B5EF4-FFF2-40B4-BE49-F238E27FC236}">
                <a16:creationId xmlns:a16="http://schemas.microsoft.com/office/drawing/2014/main" id="{C997ED2C-D8AD-8295-A8F5-9C58E5346E43}"/>
              </a:ext>
            </a:extLst>
          </p:cNvPr>
          <p:cNvPicPr>
            <a:picLocks noChangeAspect="1"/>
          </p:cNvPicPr>
          <p:nvPr/>
        </p:nvPicPr>
        <p:blipFill>
          <a:blip r:embed="rId3"/>
          <a:stretch>
            <a:fillRect/>
          </a:stretch>
        </p:blipFill>
        <p:spPr>
          <a:xfrm>
            <a:off x="5138056" y="3223179"/>
            <a:ext cx="6912762" cy="2511812"/>
          </a:xfrm>
          <a:prstGeom prst="rect">
            <a:avLst/>
          </a:prstGeom>
        </p:spPr>
      </p:pic>
      <p:sp>
        <p:nvSpPr>
          <p:cNvPr id="28" name="Text Placeholder 3">
            <a:extLst>
              <a:ext uri="{FF2B5EF4-FFF2-40B4-BE49-F238E27FC236}">
                <a16:creationId xmlns:a16="http://schemas.microsoft.com/office/drawing/2014/main" id="{7755AE84-B3C6-A930-4E45-3F8D02CC7C00}"/>
              </a:ext>
            </a:extLst>
          </p:cNvPr>
          <p:cNvSpPr>
            <a:spLocks noGrp="1"/>
          </p:cNvSpPr>
          <p:nvPr>
            <p:ph type="body" sz="quarter" idx="13"/>
          </p:nvPr>
        </p:nvSpPr>
        <p:spPr>
          <a:xfrm>
            <a:off x="6096000" y="746648"/>
            <a:ext cx="5682488" cy="5653088"/>
          </a:xfrm>
        </p:spPr>
        <p:txBody>
          <a:bodyPr/>
          <a:lstStyle/>
          <a:p>
            <a:pPr marL="285750" indent="-285750"/>
            <a:r>
              <a:rPr lang="en-US" sz="2000" dirty="0">
                <a:cs typeface="Arial" panose="020B0604020202020204" pitchFamily="34" charset="0"/>
              </a:rPr>
              <a:t>The tune is measured with a </a:t>
            </a:r>
            <a:r>
              <a:rPr lang="en-US" sz="2000" b="1" dirty="0">
                <a:solidFill>
                  <a:srgbClr val="47D1FF"/>
                </a:solidFill>
                <a:cs typeface="Arial" panose="020B0604020202020204" pitchFamily="34" charset="0"/>
              </a:rPr>
              <a:t>Base-Band Tune (BBQ)</a:t>
            </a:r>
            <a:r>
              <a:rPr lang="en-US" sz="2000" dirty="0">
                <a:cs typeface="Arial" panose="020B0604020202020204" pitchFamily="34" charset="0"/>
              </a:rPr>
              <a:t>: a feedback system excites transverse beam oscillations using a frequency sweep (“chirp”), and a pickup records turn-by-turn beam position data. The fractional tune is determined with a Fast-Fourier-Transform (FFT). </a:t>
            </a:r>
            <a:endParaRPr lang="en-US" dirty="0"/>
          </a:p>
        </p:txBody>
      </p:sp>
    </p:spTree>
    <p:extLst>
      <p:ext uri="{BB962C8B-B14F-4D97-AF65-F5344CB8AC3E}">
        <p14:creationId xmlns:p14="http://schemas.microsoft.com/office/powerpoint/2010/main" val="2278908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72530-190C-A268-8BAA-634D79BDB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76895-96C9-F0D9-730A-F59E4F9AE909}"/>
              </a:ext>
            </a:extLst>
          </p:cNvPr>
          <p:cNvSpPr>
            <a:spLocks noGrp="1"/>
          </p:cNvSpPr>
          <p:nvPr>
            <p:ph type="title"/>
          </p:nvPr>
        </p:nvSpPr>
        <p:spPr/>
        <p:txBody>
          <a:bodyPr/>
          <a:lstStyle/>
          <a:p>
            <a:r>
              <a:rPr lang="en-US" dirty="0"/>
              <a:t>PSB beam instrumentation</a:t>
            </a:r>
          </a:p>
        </p:txBody>
      </p:sp>
      <p:sp>
        <p:nvSpPr>
          <p:cNvPr id="3" name="Slide Number Placeholder 2">
            <a:extLst>
              <a:ext uri="{FF2B5EF4-FFF2-40B4-BE49-F238E27FC236}">
                <a16:creationId xmlns:a16="http://schemas.microsoft.com/office/drawing/2014/main" id="{7604EC7F-06CE-04F5-FE08-1EEA73A6070F}"/>
              </a:ext>
            </a:extLst>
          </p:cNvPr>
          <p:cNvSpPr>
            <a:spLocks noGrp="1"/>
          </p:cNvSpPr>
          <p:nvPr>
            <p:ph type="sldNum" sz="quarter" idx="12"/>
          </p:nvPr>
        </p:nvSpPr>
        <p:spPr/>
        <p:txBody>
          <a:bodyPr/>
          <a:lstStyle/>
          <a:p>
            <a:fld id="{A8ED8B99-2640-4528-BE06-488F2B48F17D}" type="slidenum">
              <a:rPr lang="el-GR" smtClean="0"/>
              <a:pPr/>
              <a:t>21</a:t>
            </a:fld>
            <a:endParaRPr lang="el-GR" dirty="0"/>
          </a:p>
        </p:txBody>
      </p:sp>
      <p:pic>
        <p:nvPicPr>
          <p:cNvPr id="4" name="Picture 3">
            <a:extLst>
              <a:ext uri="{FF2B5EF4-FFF2-40B4-BE49-F238E27FC236}">
                <a16:creationId xmlns:a16="http://schemas.microsoft.com/office/drawing/2014/main" id="{064FA393-F82E-6D18-7436-8124B1167281}"/>
              </a:ext>
            </a:extLst>
          </p:cNvPr>
          <p:cNvPicPr>
            <a:picLocks noChangeAspect="1"/>
          </p:cNvPicPr>
          <p:nvPr/>
        </p:nvPicPr>
        <p:blipFill>
          <a:blip r:embed="rId2"/>
          <a:stretch>
            <a:fillRect/>
          </a:stretch>
        </p:blipFill>
        <p:spPr>
          <a:xfrm>
            <a:off x="104501" y="766354"/>
            <a:ext cx="5669279" cy="4565150"/>
          </a:xfrm>
          <a:prstGeom prst="rect">
            <a:avLst/>
          </a:prstGeom>
        </p:spPr>
      </p:pic>
      <p:sp>
        <p:nvSpPr>
          <p:cNvPr id="5" name="Oval 4">
            <a:extLst>
              <a:ext uri="{FF2B5EF4-FFF2-40B4-BE49-F238E27FC236}">
                <a16:creationId xmlns:a16="http://schemas.microsoft.com/office/drawing/2014/main" id="{D81C5D18-0D4F-EA3B-F7AC-564B3A6792B6}"/>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Oval 5">
            <a:extLst>
              <a:ext uri="{FF2B5EF4-FFF2-40B4-BE49-F238E27FC236}">
                <a16:creationId xmlns:a16="http://schemas.microsoft.com/office/drawing/2014/main" id="{BF5C75C9-A508-4B83-BD78-3070473BFF04}"/>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Oval 6">
            <a:extLst>
              <a:ext uri="{FF2B5EF4-FFF2-40B4-BE49-F238E27FC236}">
                <a16:creationId xmlns:a16="http://schemas.microsoft.com/office/drawing/2014/main" id="{77D36DD5-0C12-A0FB-5FC7-CED01AD52DCC}"/>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Oval 7">
            <a:extLst>
              <a:ext uri="{FF2B5EF4-FFF2-40B4-BE49-F238E27FC236}">
                <a16:creationId xmlns:a16="http://schemas.microsoft.com/office/drawing/2014/main" id="{E2C3409F-6DFC-CFE8-DD7F-D43DE8FF05F1}"/>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Oval 8">
            <a:extLst>
              <a:ext uri="{FF2B5EF4-FFF2-40B4-BE49-F238E27FC236}">
                <a16:creationId xmlns:a16="http://schemas.microsoft.com/office/drawing/2014/main" id="{8704415C-C1C3-D3F8-9B02-6EB9446E83E4}"/>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Oval 9">
            <a:extLst>
              <a:ext uri="{FF2B5EF4-FFF2-40B4-BE49-F238E27FC236}">
                <a16:creationId xmlns:a16="http://schemas.microsoft.com/office/drawing/2014/main" id="{6B7B0C76-1017-F7CA-64A5-55A5A249A13D}"/>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Oval 10">
            <a:extLst>
              <a:ext uri="{FF2B5EF4-FFF2-40B4-BE49-F238E27FC236}">
                <a16:creationId xmlns:a16="http://schemas.microsoft.com/office/drawing/2014/main" id="{B2F01694-6ED8-811A-EEB6-F47552BB9865}"/>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2" name="Oval 11">
            <a:extLst>
              <a:ext uri="{FF2B5EF4-FFF2-40B4-BE49-F238E27FC236}">
                <a16:creationId xmlns:a16="http://schemas.microsoft.com/office/drawing/2014/main" id="{D6B30D2C-D22C-A109-5515-69927C7BAEB0}"/>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F72CA33A-2A27-755B-373F-9E7AFB16633E}"/>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41361889-FC27-42D1-4756-9F1A9AECBF4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6DDA5675-6EC8-C113-944E-C76829F6798B}"/>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0F259249-60E7-5AE5-79F2-C342BC3817B3}"/>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80368971-A5CF-AD52-4F70-6D976759D3A4}"/>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2587E77C-F3AB-5649-E3EA-084EDEA5196F}"/>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B4A48C65-8C72-12FF-251D-10861941B6E2}"/>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3D85182D-B085-733F-FAA2-1231CAB51342}"/>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Rectangle 20">
            <a:extLst>
              <a:ext uri="{FF2B5EF4-FFF2-40B4-BE49-F238E27FC236}">
                <a16:creationId xmlns:a16="http://schemas.microsoft.com/office/drawing/2014/main" id="{A060858E-0B06-C549-D5CD-08E1C84E7C78}"/>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Extract 21">
            <a:extLst>
              <a:ext uri="{FF2B5EF4-FFF2-40B4-BE49-F238E27FC236}">
                <a16:creationId xmlns:a16="http://schemas.microsoft.com/office/drawing/2014/main" id="{0003184A-4F47-987E-63A1-3C38DB2CF99D}"/>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Extract 22">
            <a:extLst>
              <a:ext uri="{FF2B5EF4-FFF2-40B4-BE49-F238E27FC236}">
                <a16:creationId xmlns:a16="http://schemas.microsoft.com/office/drawing/2014/main" id="{EF37CB7A-5069-A2F2-A84F-94CB6BCF536C}"/>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Extract 23">
            <a:extLst>
              <a:ext uri="{FF2B5EF4-FFF2-40B4-BE49-F238E27FC236}">
                <a16:creationId xmlns:a16="http://schemas.microsoft.com/office/drawing/2014/main" id="{A1B54A39-9C81-83B3-796B-523F4BA36220}"/>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4-point Star 34">
            <a:extLst>
              <a:ext uri="{FF2B5EF4-FFF2-40B4-BE49-F238E27FC236}">
                <a16:creationId xmlns:a16="http://schemas.microsoft.com/office/drawing/2014/main" id="{7DD11DE4-7E87-29D1-04B4-760A899ABB15}"/>
              </a:ext>
            </a:extLst>
          </p:cNvPr>
          <p:cNvSpPr/>
          <p:nvPr/>
        </p:nvSpPr>
        <p:spPr>
          <a:xfrm rot="17387481">
            <a:off x="4471850" y="3435571"/>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26" name="4-point Star 35">
            <a:extLst>
              <a:ext uri="{FF2B5EF4-FFF2-40B4-BE49-F238E27FC236}">
                <a16:creationId xmlns:a16="http://schemas.microsoft.com/office/drawing/2014/main" id="{2F626D8C-467F-2EB0-F5FC-5198348E2BA4}"/>
              </a:ext>
            </a:extLst>
          </p:cNvPr>
          <p:cNvSpPr/>
          <p:nvPr/>
        </p:nvSpPr>
        <p:spPr>
          <a:xfrm rot="15975689">
            <a:off x="743916" y="2811255"/>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27" name="Process 26">
            <a:extLst>
              <a:ext uri="{FF2B5EF4-FFF2-40B4-BE49-F238E27FC236}">
                <a16:creationId xmlns:a16="http://schemas.microsoft.com/office/drawing/2014/main" id="{642F95F6-574B-6300-12DD-C18D088F305F}"/>
              </a:ext>
            </a:extLst>
          </p:cNvPr>
          <p:cNvSpPr/>
          <p:nvPr/>
        </p:nvSpPr>
        <p:spPr>
          <a:xfrm>
            <a:off x="2592971" y="791567"/>
            <a:ext cx="60960" cy="496388"/>
          </a:xfrm>
          <a:prstGeom prst="flowChartProcess">
            <a:avLst/>
          </a:prstGeom>
          <a:solidFill>
            <a:srgbClr val="00B0F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28" name="Picture 27">
            <a:extLst>
              <a:ext uri="{FF2B5EF4-FFF2-40B4-BE49-F238E27FC236}">
                <a16:creationId xmlns:a16="http://schemas.microsoft.com/office/drawing/2014/main" id="{E75888B5-5C0A-37C9-C301-A60D444CAEA1}"/>
              </a:ext>
            </a:extLst>
          </p:cNvPr>
          <p:cNvPicPr>
            <a:picLocks noChangeAspect="1"/>
          </p:cNvPicPr>
          <p:nvPr/>
        </p:nvPicPr>
        <p:blipFill>
          <a:blip r:embed="rId3"/>
          <a:stretch>
            <a:fillRect/>
          </a:stretch>
        </p:blipFill>
        <p:spPr>
          <a:xfrm>
            <a:off x="5079513" y="3181827"/>
            <a:ext cx="3575137" cy="3157041"/>
          </a:xfrm>
          <a:prstGeom prst="rect">
            <a:avLst/>
          </a:prstGeom>
          <a:ln w="38100">
            <a:solidFill>
              <a:schemeClr val="bg2"/>
            </a:solidFill>
          </a:ln>
        </p:spPr>
      </p:pic>
      <p:pic>
        <p:nvPicPr>
          <p:cNvPr id="29" name="Picture 28">
            <a:extLst>
              <a:ext uri="{FF2B5EF4-FFF2-40B4-BE49-F238E27FC236}">
                <a16:creationId xmlns:a16="http://schemas.microsoft.com/office/drawing/2014/main" id="{F7E2ADDE-438A-33B2-5B5F-C9B5403DEE40}"/>
              </a:ext>
            </a:extLst>
          </p:cNvPr>
          <p:cNvPicPr>
            <a:picLocks noChangeAspect="1"/>
          </p:cNvPicPr>
          <p:nvPr/>
        </p:nvPicPr>
        <p:blipFill>
          <a:blip r:embed="rId4"/>
          <a:stretch>
            <a:fillRect/>
          </a:stretch>
        </p:blipFill>
        <p:spPr>
          <a:xfrm>
            <a:off x="8950969" y="3181827"/>
            <a:ext cx="3152271" cy="3152271"/>
          </a:xfrm>
          <a:prstGeom prst="rect">
            <a:avLst/>
          </a:prstGeom>
          <a:ln w="38100">
            <a:solidFill>
              <a:schemeClr val="bg2"/>
            </a:solidFill>
          </a:ln>
        </p:spPr>
      </p:pic>
      <p:sp>
        <p:nvSpPr>
          <p:cNvPr id="30" name="Right Arrow 29">
            <a:extLst>
              <a:ext uri="{FF2B5EF4-FFF2-40B4-BE49-F238E27FC236}">
                <a16:creationId xmlns:a16="http://schemas.microsoft.com/office/drawing/2014/main" id="{81309DAB-9D81-4CD6-4EA5-F68145997BD4}"/>
              </a:ext>
            </a:extLst>
          </p:cNvPr>
          <p:cNvSpPr/>
          <p:nvPr/>
        </p:nvSpPr>
        <p:spPr>
          <a:xfrm>
            <a:off x="8445666" y="3909704"/>
            <a:ext cx="770734" cy="421233"/>
          </a:xfrm>
          <a:prstGeom prst="rightArrow">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Text Placeholder 3">
            <a:extLst>
              <a:ext uri="{FF2B5EF4-FFF2-40B4-BE49-F238E27FC236}">
                <a16:creationId xmlns:a16="http://schemas.microsoft.com/office/drawing/2014/main" id="{3693C5D0-7C2B-1385-2EA4-6231EC649C26}"/>
              </a:ext>
            </a:extLst>
          </p:cNvPr>
          <p:cNvSpPr>
            <a:spLocks noGrp="1"/>
          </p:cNvSpPr>
          <p:nvPr>
            <p:ph type="body" sz="quarter" idx="13"/>
          </p:nvPr>
        </p:nvSpPr>
        <p:spPr>
          <a:xfrm>
            <a:off x="6096000" y="746648"/>
            <a:ext cx="6095998" cy="5653088"/>
          </a:xfrm>
        </p:spPr>
        <p:txBody>
          <a:bodyPr/>
          <a:lstStyle/>
          <a:p>
            <a:pPr marL="285750" indent="-285750"/>
            <a:r>
              <a:rPr lang="en-US" sz="2000" b="1" dirty="0" err="1">
                <a:solidFill>
                  <a:schemeClr val="tx2"/>
                </a:solidFill>
                <a:cs typeface="Arial" panose="020B0604020202020204" pitchFamily="34" charset="0"/>
              </a:rPr>
              <a:t>Tomoscope</a:t>
            </a:r>
            <a:r>
              <a:rPr lang="en-US" sz="2000" dirty="0">
                <a:cs typeface="Arial" panose="020B0604020202020204" pitchFamily="34" charset="0"/>
              </a:rPr>
              <a:t>: longitudinal phase space reconstruction. The longitudinal profile measurements over many turns correspond to different projections of the phase space at different angles (due to the synchrotron motion). By properly combining these profiles, the 2-D longitudinal phase space is reconstructed (like tomography).</a:t>
            </a:r>
            <a:endParaRPr lang="en-US" dirty="0"/>
          </a:p>
        </p:txBody>
      </p:sp>
    </p:spTree>
    <p:extLst>
      <p:ext uri="{BB962C8B-B14F-4D97-AF65-F5344CB8AC3E}">
        <p14:creationId xmlns:p14="http://schemas.microsoft.com/office/powerpoint/2010/main" val="614997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8D769-0676-F953-1AA2-7EB2691D4E8D}"/>
              </a:ext>
            </a:extLst>
          </p:cNvPr>
          <p:cNvSpPr>
            <a:spLocks noGrp="1"/>
          </p:cNvSpPr>
          <p:nvPr>
            <p:ph type="title"/>
          </p:nvPr>
        </p:nvSpPr>
        <p:spPr/>
        <p:txBody>
          <a:bodyPr/>
          <a:lstStyle/>
          <a:p>
            <a:r>
              <a:rPr lang="en-US" dirty="0"/>
              <a:t>Relevant beam dynamics in the PSB</a:t>
            </a:r>
          </a:p>
        </p:txBody>
      </p:sp>
      <p:sp>
        <p:nvSpPr>
          <p:cNvPr id="3" name="Slide Number Placeholder 2">
            <a:extLst>
              <a:ext uri="{FF2B5EF4-FFF2-40B4-BE49-F238E27FC236}">
                <a16:creationId xmlns:a16="http://schemas.microsoft.com/office/drawing/2014/main" id="{3A4ECD5A-5E4C-9C17-C9A9-8FD2023538E7}"/>
              </a:ext>
            </a:extLst>
          </p:cNvPr>
          <p:cNvSpPr>
            <a:spLocks noGrp="1"/>
          </p:cNvSpPr>
          <p:nvPr>
            <p:ph type="sldNum" sz="quarter" idx="12"/>
          </p:nvPr>
        </p:nvSpPr>
        <p:spPr/>
        <p:txBody>
          <a:bodyPr/>
          <a:lstStyle/>
          <a:p>
            <a:fld id="{A8ED8B99-2640-4528-BE06-488F2B48F17D}" type="slidenum">
              <a:rPr lang="el-GR" smtClean="0"/>
              <a:pPr/>
              <a:t>22</a:t>
            </a:fld>
            <a:endParaRPr lang="el-GR" dirty="0"/>
          </a:p>
        </p:txBody>
      </p:sp>
      <p:pic>
        <p:nvPicPr>
          <p:cNvPr id="5" name="Picture 2">
            <a:extLst>
              <a:ext uri="{FF2B5EF4-FFF2-40B4-BE49-F238E27FC236}">
                <a16:creationId xmlns:a16="http://schemas.microsoft.com/office/drawing/2014/main" id="{3FAEC6C8-5F1D-6098-66DD-3FF8E9639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1470" y="1334726"/>
            <a:ext cx="2749590" cy="19879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1A2D7B1-141C-E52F-174A-D1ECC40AED30}"/>
              </a:ext>
            </a:extLst>
          </p:cNvPr>
          <p:cNvPicPr>
            <a:picLocks noChangeAspect="1"/>
          </p:cNvPicPr>
          <p:nvPr/>
        </p:nvPicPr>
        <p:blipFill>
          <a:blip r:embed="rId3"/>
          <a:stretch>
            <a:fillRect/>
          </a:stretch>
        </p:blipFill>
        <p:spPr>
          <a:xfrm>
            <a:off x="233965" y="1276970"/>
            <a:ext cx="2834099" cy="2063776"/>
          </a:xfrm>
          <a:prstGeom prst="rect">
            <a:avLst/>
          </a:prstGeom>
        </p:spPr>
      </p:pic>
      <p:sp>
        <p:nvSpPr>
          <p:cNvPr id="7" name="TextBox 6">
            <a:extLst>
              <a:ext uri="{FF2B5EF4-FFF2-40B4-BE49-F238E27FC236}">
                <a16:creationId xmlns:a16="http://schemas.microsoft.com/office/drawing/2014/main" id="{F4B9D226-1452-2C5D-B1A7-3404D4F49BB8}"/>
              </a:ext>
            </a:extLst>
          </p:cNvPr>
          <p:cNvSpPr txBox="1"/>
          <p:nvPr/>
        </p:nvSpPr>
        <p:spPr>
          <a:xfrm>
            <a:off x="1053906" y="995278"/>
            <a:ext cx="1651437" cy="369332"/>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Space Charge</a:t>
            </a:r>
          </a:p>
        </p:txBody>
      </p:sp>
      <p:sp>
        <p:nvSpPr>
          <p:cNvPr id="8" name="TextBox 7">
            <a:extLst>
              <a:ext uri="{FF2B5EF4-FFF2-40B4-BE49-F238E27FC236}">
                <a16:creationId xmlns:a16="http://schemas.microsoft.com/office/drawing/2014/main" id="{0E624B50-87D8-9F55-451B-25BC52929BB8}"/>
              </a:ext>
            </a:extLst>
          </p:cNvPr>
          <p:cNvSpPr txBox="1"/>
          <p:nvPr/>
        </p:nvSpPr>
        <p:spPr>
          <a:xfrm>
            <a:off x="4291749" y="1027064"/>
            <a:ext cx="1651437" cy="369332"/>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Resonances</a:t>
            </a:r>
          </a:p>
        </p:txBody>
      </p:sp>
      <p:pic>
        <p:nvPicPr>
          <p:cNvPr id="9" name="Picture 8">
            <a:extLst>
              <a:ext uri="{FF2B5EF4-FFF2-40B4-BE49-F238E27FC236}">
                <a16:creationId xmlns:a16="http://schemas.microsoft.com/office/drawing/2014/main" id="{DC9AADB9-390D-C9FB-5D33-4BE1D27966F7}"/>
              </a:ext>
            </a:extLst>
          </p:cNvPr>
          <p:cNvPicPr>
            <a:picLocks noChangeAspect="1"/>
          </p:cNvPicPr>
          <p:nvPr/>
        </p:nvPicPr>
        <p:blipFill>
          <a:blip r:embed="rId4"/>
          <a:stretch>
            <a:fillRect/>
          </a:stretch>
        </p:blipFill>
        <p:spPr>
          <a:xfrm>
            <a:off x="6961486" y="4234216"/>
            <a:ext cx="2721091" cy="2176872"/>
          </a:xfrm>
          <a:prstGeom prst="rect">
            <a:avLst/>
          </a:prstGeom>
        </p:spPr>
      </p:pic>
      <p:sp>
        <p:nvSpPr>
          <p:cNvPr id="10" name="TextBox 9">
            <a:extLst>
              <a:ext uri="{FF2B5EF4-FFF2-40B4-BE49-F238E27FC236}">
                <a16:creationId xmlns:a16="http://schemas.microsoft.com/office/drawing/2014/main" id="{DCC54C21-329F-60AD-0D6F-33F3A3657954}"/>
              </a:ext>
            </a:extLst>
          </p:cNvPr>
          <p:cNvSpPr txBox="1"/>
          <p:nvPr/>
        </p:nvSpPr>
        <p:spPr>
          <a:xfrm>
            <a:off x="7797619" y="3972704"/>
            <a:ext cx="164643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Beam </a:t>
            </a:r>
            <a:r>
              <a:rPr lang="en-CH" sz="1400">
                <a:latin typeface="Arial" panose="020B0604020202020204" pitchFamily="34" charset="0"/>
                <a:cs typeface="Arial" panose="020B0604020202020204" pitchFamily="34" charset="0"/>
              </a:rPr>
              <a:t>Brightness</a:t>
            </a:r>
            <a:endParaRPr lang="en-CH" dirty="0">
              <a:latin typeface="Arial" panose="020B0604020202020204" pitchFamily="34" charset="0"/>
              <a:cs typeface="Arial" panose="020B0604020202020204" pitchFamily="34" charset="0"/>
            </a:endParaRPr>
          </a:p>
        </p:txBody>
      </p:sp>
      <p:pic>
        <p:nvPicPr>
          <p:cNvPr id="11" name="Picture 10" descr="Chart&#10;&#10;Description automatically generated with medium confidence">
            <a:extLst>
              <a:ext uri="{FF2B5EF4-FFF2-40B4-BE49-F238E27FC236}">
                <a16:creationId xmlns:a16="http://schemas.microsoft.com/office/drawing/2014/main" id="{169F6AA0-2680-9D8C-4EC7-1B8BD64A62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829" y="4313853"/>
            <a:ext cx="6026640" cy="1992027"/>
          </a:xfrm>
          <a:prstGeom prst="rect">
            <a:avLst/>
          </a:prstGeom>
        </p:spPr>
      </p:pic>
      <p:sp>
        <p:nvSpPr>
          <p:cNvPr id="12" name="TextBox 11">
            <a:extLst>
              <a:ext uri="{FF2B5EF4-FFF2-40B4-BE49-F238E27FC236}">
                <a16:creationId xmlns:a16="http://schemas.microsoft.com/office/drawing/2014/main" id="{EE0AAE0C-64C5-0200-DA2E-6A95AC877322}"/>
              </a:ext>
            </a:extLst>
          </p:cNvPr>
          <p:cNvSpPr txBox="1"/>
          <p:nvPr/>
        </p:nvSpPr>
        <p:spPr>
          <a:xfrm>
            <a:off x="776945" y="3918603"/>
            <a:ext cx="5474548" cy="307777"/>
          </a:xfrm>
          <a:prstGeom prst="rect">
            <a:avLst/>
          </a:prstGeom>
          <a:noFill/>
        </p:spPr>
        <p:txBody>
          <a:bodyPr wrap="square" rtlCol="0">
            <a:spAutoFit/>
          </a:bodyPr>
          <a:lstStyle/>
          <a:p>
            <a:pPr algn="ctr"/>
            <a:r>
              <a:rPr lang="en-CH" sz="1400" dirty="0">
                <a:latin typeface="Arial" panose="020B0604020202020204" pitchFamily="34" charset="0"/>
                <a:cs typeface="Arial" panose="020B0604020202020204" pitchFamily="34" charset="0"/>
              </a:rPr>
              <a:t>While beam is accelerated, tunes are dynamically changed. </a:t>
            </a:r>
          </a:p>
        </p:txBody>
      </p:sp>
      <p:sp>
        <p:nvSpPr>
          <p:cNvPr id="13" name="Rectangle 12">
            <a:extLst>
              <a:ext uri="{FF2B5EF4-FFF2-40B4-BE49-F238E27FC236}">
                <a16:creationId xmlns:a16="http://schemas.microsoft.com/office/drawing/2014/main" id="{76A370E6-8A24-A4CF-08CA-8EF8E9ABAE40}"/>
              </a:ext>
            </a:extLst>
          </p:cNvPr>
          <p:cNvSpPr/>
          <p:nvPr/>
        </p:nvSpPr>
        <p:spPr>
          <a:xfrm>
            <a:off x="414076" y="3918603"/>
            <a:ext cx="6150708" cy="2418710"/>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Rectangle 13">
            <a:extLst>
              <a:ext uri="{FF2B5EF4-FFF2-40B4-BE49-F238E27FC236}">
                <a16:creationId xmlns:a16="http://schemas.microsoft.com/office/drawing/2014/main" id="{4644451D-4A0B-6221-B863-A43FC50F2D7A}"/>
              </a:ext>
            </a:extLst>
          </p:cNvPr>
          <p:cNvSpPr/>
          <p:nvPr/>
        </p:nvSpPr>
        <p:spPr>
          <a:xfrm>
            <a:off x="173005" y="1026711"/>
            <a:ext cx="3008635" cy="2314036"/>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Rectangle 14">
            <a:extLst>
              <a:ext uri="{FF2B5EF4-FFF2-40B4-BE49-F238E27FC236}">
                <a16:creationId xmlns:a16="http://schemas.microsoft.com/office/drawing/2014/main" id="{0AE010E2-54BB-174B-E833-73AABA02BB25}"/>
              </a:ext>
            </a:extLst>
          </p:cNvPr>
          <p:cNvSpPr/>
          <p:nvPr/>
        </p:nvSpPr>
        <p:spPr>
          <a:xfrm>
            <a:off x="3411842" y="1046573"/>
            <a:ext cx="3008635" cy="2314036"/>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Rectangle 15">
            <a:extLst>
              <a:ext uri="{FF2B5EF4-FFF2-40B4-BE49-F238E27FC236}">
                <a16:creationId xmlns:a16="http://schemas.microsoft.com/office/drawing/2014/main" id="{CC4A9229-AC77-008C-7752-608849D843DA}"/>
              </a:ext>
            </a:extLst>
          </p:cNvPr>
          <p:cNvSpPr/>
          <p:nvPr/>
        </p:nvSpPr>
        <p:spPr>
          <a:xfrm>
            <a:off x="6736256" y="827897"/>
            <a:ext cx="5352098" cy="2935039"/>
          </a:xfrm>
          <a:prstGeom prst="rect">
            <a:avLst/>
          </a:prstGeom>
          <a:noFill/>
          <a:ln w="3810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7" name="Picture 16">
            <a:extLst>
              <a:ext uri="{FF2B5EF4-FFF2-40B4-BE49-F238E27FC236}">
                <a16:creationId xmlns:a16="http://schemas.microsoft.com/office/drawing/2014/main" id="{062BF6FB-54F7-4582-87D1-3727EB302FC0}"/>
              </a:ext>
            </a:extLst>
          </p:cNvPr>
          <p:cNvPicPr>
            <a:picLocks noChangeAspect="1"/>
          </p:cNvPicPr>
          <p:nvPr/>
        </p:nvPicPr>
        <p:blipFill>
          <a:blip r:embed="rId6"/>
          <a:stretch>
            <a:fillRect/>
          </a:stretch>
        </p:blipFill>
        <p:spPr>
          <a:xfrm>
            <a:off x="7175035" y="1535348"/>
            <a:ext cx="2404563" cy="2132223"/>
          </a:xfrm>
          <a:prstGeom prst="rect">
            <a:avLst/>
          </a:prstGeom>
        </p:spPr>
      </p:pic>
      <p:pic>
        <p:nvPicPr>
          <p:cNvPr id="18" name="Picture 17">
            <a:extLst>
              <a:ext uri="{FF2B5EF4-FFF2-40B4-BE49-F238E27FC236}">
                <a16:creationId xmlns:a16="http://schemas.microsoft.com/office/drawing/2014/main" id="{46BCDF80-6F1B-F180-A1B3-34096079C937}"/>
              </a:ext>
            </a:extLst>
          </p:cNvPr>
          <p:cNvPicPr>
            <a:picLocks noChangeAspect="1"/>
          </p:cNvPicPr>
          <p:nvPr/>
        </p:nvPicPr>
        <p:blipFill>
          <a:blip r:embed="rId7"/>
          <a:stretch>
            <a:fillRect/>
          </a:stretch>
        </p:blipFill>
        <p:spPr>
          <a:xfrm>
            <a:off x="9579598" y="1508470"/>
            <a:ext cx="2404563" cy="2121852"/>
          </a:xfrm>
          <a:prstGeom prst="rect">
            <a:avLst/>
          </a:prstGeom>
        </p:spPr>
      </p:pic>
      <p:sp>
        <p:nvSpPr>
          <p:cNvPr id="19" name="TextBox 18">
            <a:extLst>
              <a:ext uri="{FF2B5EF4-FFF2-40B4-BE49-F238E27FC236}">
                <a16:creationId xmlns:a16="http://schemas.microsoft.com/office/drawing/2014/main" id="{DB755833-55B5-C597-7DC7-38E59B8E09EC}"/>
              </a:ext>
            </a:extLst>
          </p:cNvPr>
          <p:cNvSpPr txBox="1"/>
          <p:nvPr/>
        </p:nvSpPr>
        <p:spPr>
          <a:xfrm>
            <a:off x="6849832" y="853793"/>
            <a:ext cx="5238522" cy="584775"/>
          </a:xfrm>
          <a:prstGeom prst="rect">
            <a:avLst/>
          </a:prstGeom>
          <a:noFill/>
        </p:spPr>
        <p:txBody>
          <a:bodyPr wrap="square" rtlCol="0">
            <a:spAutoFit/>
          </a:bodyPr>
          <a:lstStyle/>
          <a:p>
            <a:r>
              <a:rPr lang="en-CH" sz="1600" dirty="0">
                <a:latin typeface="Arial" panose="020B0604020202020204" pitchFamily="34" charset="0"/>
                <a:cs typeface="Arial" panose="020B0604020202020204" pitchFamily="34" charset="0"/>
              </a:rPr>
              <a:t>Beam goes from double harmonic to single harmonic to reduce the peak line density (therefore space charge)</a:t>
            </a:r>
          </a:p>
        </p:txBody>
      </p:sp>
      <p:sp>
        <p:nvSpPr>
          <p:cNvPr id="20" name="Rectangle 19">
            <a:extLst>
              <a:ext uri="{FF2B5EF4-FFF2-40B4-BE49-F238E27FC236}">
                <a16:creationId xmlns:a16="http://schemas.microsoft.com/office/drawing/2014/main" id="{3AA945DD-229E-8E19-F005-67C1F7E28E0A}"/>
              </a:ext>
            </a:extLst>
          </p:cNvPr>
          <p:cNvSpPr/>
          <p:nvPr/>
        </p:nvSpPr>
        <p:spPr>
          <a:xfrm>
            <a:off x="6856338" y="3999669"/>
            <a:ext cx="3086345" cy="2349240"/>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E8928CF-67AA-9995-18A6-5A090C150B81}"/>
                  </a:ext>
                </a:extLst>
              </p:cNvPr>
              <p:cNvSpPr txBox="1"/>
              <p:nvPr/>
            </p:nvSpPr>
            <p:spPr>
              <a:xfrm>
                <a:off x="10071170" y="4072491"/>
                <a:ext cx="1934055" cy="662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𝐼</m:t>
                          </m:r>
                        </m:num>
                        <m:den>
                          <m:r>
                            <a:rPr lang="en-US" sz="2000" b="0" i="1" smtClean="0">
                              <a:latin typeface="Cambria Math" panose="02040503050406030204" pitchFamily="18" charset="0"/>
                            </a:rPr>
                            <m:t>0.5(</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den>
                      </m:f>
                    </m:oMath>
                  </m:oMathPara>
                </a14:m>
                <a:endParaRPr lang="en-US" sz="2000" dirty="0"/>
              </a:p>
            </p:txBody>
          </p:sp>
        </mc:Choice>
        <mc:Fallback xmlns="">
          <p:sp>
            <p:nvSpPr>
              <p:cNvPr id="4" name="TextBox 3">
                <a:extLst>
                  <a:ext uri="{FF2B5EF4-FFF2-40B4-BE49-F238E27FC236}">
                    <a16:creationId xmlns:a16="http://schemas.microsoft.com/office/drawing/2014/main" id="{6E8928CF-67AA-9995-18A6-5A090C150B81}"/>
                  </a:ext>
                </a:extLst>
              </p:cNvPr>
              <p:cNvSpPr txBox="1">
                <a:spLocks noRot="1" noChangeAspect="1" noMove="1" noResize="1" noEditPoints="1" noAdjustHandles="1" noChangeArrowheads="1" noChangeShapeType="1" noTextEdit="1"/>
              </p:cNvSpPr>
              <p:nvPr/>
            </p:nvSpPr>
            <p:spPr>
              <a:xfrm>
                <a:off x="10071170" y="4072491"/>
                <a:ext cx="1934055" cy="662489"/>
              </a:xfrm>
              <a:prstGeom prst="rect">
                <a:avLst/>
              </a:prstGeom>
              <a:blipFill>
                <a:blip r:embed="rId8"/>
                <a:stretch>
                  <a:fillRect l="-1948" r="-3247" b="-11321"/>
                </a:stretch>
              </a:blipFill>
            </p:spPr>
            <p:txBody>
              <a:bodyPr/>
              <a:lstStyle/>
              <a:p>
                <a:r>
                  <a:rPr lang="en-US">
                    <a:noFill/>
                  </a:rPr>
                  <a:t> </a:t>
                </a:r>
              </a:p>
            </p:txBody>
          </p:sp>
        </mc:Fallback>
      </mc:AlternateContent>
    </p:spTree>
    <p:extLst>
      <p:ext uri="{BB962C8B-B14F-4D97-AF65-F5344CB8AC3E}">
        <p14:creationId xmlns:p14="http://schemas.microsoft.com/office/powerpoint/2010/main" val="3899229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3F55B-F8C0-5904-8487-D6BCEF1253E4}"/>
              </a:ext>
            </a:extLst>
          </p:cNvPr>
          <p:cNvSpPr>
            <a:spLocks noGrp="1"/>
          </p:cNvSpPr>
          <p:nvPr>
            <p:ph type="title"/>
          </p:nvPr>
        </p:nvSpPr>
        <p:spPr/>
        <p:txBody>
          <a:bodyPr/>
          <a:lstStyle/>
          <a:p>
            <a:r>
              <a:rPr lang="en-US" dirty="0"/>
              <a:t>Data acquisition</a:t>
            </a:r>
          </a:p>
        </p:txBody>
      </p:sp>
      <p:sp>
        <p:nvSpPr>
          <p:cNvPr id="3" name="Slide Number Placeholder 2">
            <a:extLst>
              <a:ext uri="{FF2B5EF4-FFF2-40B4-BE49-F238E27FC236}">
                <a16:creationId xmlns:a16="http://schemas.microsoft.com/office/drawing/2014/main" id="{55E23C04-C34B-1537-976A-F9E8E83A20C1}"/>
              </a:ext>
            </a:extLst>
          </p:cNvPr>
          <p:cNvSpPr>
            <a:spLocks noGrp="1"/>
          </p:cNvSpPr>
          <p:nvPr>
            <p:ph type="sldNum" sz="quarter" idx="12"/>
          </p:nvPr>
        </p:nvSpPr>
        <p:spPr/>
        <p:txBody>
          <a:bodyPr/>
          <a:lstStyle/>
          <a:p>
            <a:fld id="{A8ED8B99-2640-4528-BE06-488F2B48F17D}" type="slidenum">
              <a:rPr lang="el-GR" smtClean="0"/>
              <a:pPr/>
              <a:t>23</a:t>
            </a:fld>
            <a:endParaRPr lang="el-GR" dirty="0"/>
          </a:p>
        </p:txBody>
      </p:sp>
      <p:pic>
        <p:nvPicPr>
          <p:cNvPr id="5" name="Picture 4">
            <a:extLst>
              <a:ext uri="{FF2B5EF4-FFF2-40B4-BE49-F238E27FC236}">
                <a16:creationId xmlns:a16="http://schemas.microsoft.com/office/drawing/2014/main" id="{FB9E3366-54CF-34B4-43F6-EF33D6344620}"/>
              </a:ext>
            </a:extLst>
          </p:cNvPr>
          <p:cNvPicPr>
            <a:picLocks noChangeAspect="1"/>
          </p:cNvPicPr>
          <p:nvPr/>
        </p:nvPicPr>
        <p:blipFill>
          <a:blip r:embed="rId2"/>
          <a:stretch>
            <a:fillRect/>
          </a:stretch>
        </p:blipFill>
        <p:spPr>
          <a:xfrm>
            <a:off x="185736" y="746648"/>
            <a:ext cx="6048053" cy="5562716"/>
          </a:xfrm>
          <a:prstGeom prst="rect">
            <a:avLst/>
          </a:prstGeom>
          <a:effectLst>
            <a:outerShdw blurRad="50800" dist="38100" dir="8100000" algn="tr" rotWithShape="0">
              <a:prstClr val="black">
                <a:alpha val="40000"/>
              </a:prstClr>
            </a:outerShdw>
          </a:effectLst>
        </p:spPr>
      </p:pic>
      <p:sp>
        <p:nvSpPr>
          <p:cNvPr id="8" name="Text Placeholder 3">
            <a:extLst>
              <a:ext uri="{FF2B5EF4-FFF2-40B4-BE49-F238E27FC236}">
                <a16:creationId xmlns:a16="http://schemas.microsoft.com/office/drawing/2014/main" id="{11CF9A04-94F4-115C-5378-84E629E2396F}"/>
              </a:ext>
            </a:extLst>
          </p:cNvPr>
          <p:cNvSpPr txBox="1">
            <a:spLocks/>
          </p:cNvSpPr>
          <p:nvPr/>
        </p:nvSpPr>
        <p:spPr>
          <a:xfrm>
            <a:off x="4800601" y="746648"/>
            <a:ext cx="6977888" cy="56530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Accelerator and beam data can be retrieved either from the </a:t>
            </a:r>
            <a:r>
              <a:rPr lang="en-US" sz="2000" b="1" dirty="0">
                <a:solidFill>
                  <a:schemeClr val="tx2"/>
                </a:solidFill>
              </a:rPr>
              <a:t>accelerator logging system </a:t>
            </a:r>
            <a:r>
              <a:rPr lang="en-US" sz="2000" dirty="0"/>
              <a:t>(</a:t>
            </a:r>
            <a:r>
              <a:rPr lang="en-US" sz="2000" dirty="0">
                <a:hlinkClick r:id="rId3"/>
              </a:rPr>
              <a:t>NXCALS</a:t>
            </a:r>
            <a:r>
              <a:rPr lang="en-US" sz="2000" dirty="0"/>
              <a:t>) or recorded locally using </a:t>
            </a:r>
            <a:r>
              <a:rPr lang="en-US" sz="2000" b="1" dirty="0">
                <a:solidFill>
                  <a:schemeClr val="tx2"/>
                </a:solidFill>
              </a:rPr>
              <a:t>libraries for interacting with the accelerator control system</a:t>
            </a:r>
            <a:r>
              <a:rPr lang="en-US" sz="2000" b="1" dirty="0"/>
              <a:t> </a:t>
            </a:r>
            <a:r>
              <a:rPr lang="en-US" sz="2000" dirty="0"/>
              <a:t>(e.g. </a:t>
            </a:r>
            <a:r>
              <a:rPr lang="en-US" sz="2000" dirty="0">
                <a:hlinkClick r:id="rId4"/>
              </a:rPr>
              <a:t>PyJAPC</a:t>
            </a:r>
            <a:r>
              <a:rPr lang="en-US" sz="2000" dirty="0"/>
              <a:t>, </a:t>
            </a:r>
            <a:r>
              <a:rPr lang="en-US" sz="2000" dirty="0">
                <a:hlinkClick r:id="rId5"/>
              </a:rPr>
              <a:t>PyJAPCScout</a:t>
            </a:r>
            <a:r>
              <a:rPr lang="en-US" sz="2000" dirty="0"/>
              <a:t>, …)</a:t>
            </a:r>
          </a:p>
        </p:txBody>
      </p:sp>
    </p:spTree>
    <p:extLst>
      <p:ext uri="{BB962C8B-B14F-4D97-AF65-F5344CB8AC3E}">
        <p14:creationId xmlns:p14="http://schemas.microsoft.com/office/powerpoint/2010/main" val="13122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B0052-B5A3-3A6E-A396-D8C78BED2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25D01-45FE-2762-C852-D0AFD92A25BE}"/>
              </a:ext>
            </a:extLst>
          </p:cNvPr>
          <p:cNvSpPr>
            <a:spLocks noGrp="1"/>
          </p:cNvSpPr>
          <p:nvPr>
            <p:ph type="title"/>
          </p:nvPr>
        </p:nvSpPr>
        <p:spPr/>
        <p:txBody>
          <a:bodyPr/>
          <a:lstStyle/>
          <a:p>
            <a:r>
              <a:rPr lang="en-US" dirty="0"/>
              <a:t>Measurements of today</a:t>
            </a:r>
          </a:p>
        </p:txBody>
      </p:sp>
      <p:sp>
        <p:nvSpPr>
          <p:cNvPr id="3" name="Subtitle 2">
            <a:extLst>
              <a:ext uri="{FF2B5EF4-FFF2-40B4-BE49-F238E27FC236}">
                <a16:creationId xmlns:a16="http://schemas.microsoft.com/office/drawing/2014/main" id="{A02F8127-A3FF-519E-DAFB-6E44BE4D23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3858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B42B-B8AD-2CB3-2F69-8F7B7F2EBB4F}"/>
              </a:ext>
            </a:extLst>
          </p:cNvPr>
          <p:cNvSpPr>
            <a:spLocks noGrp="1"/>
          </p:cNvSpPr>
          <p:nvPr>
            <p:ph type="title"/>
          </p:nvPr>
        </p:nvSpPr>
        <p:spPr/>
        <p:txBody>
          <a:bodyPr/>
          <a:lstStyle/>
          <a:p>
            <a:r>
              <a:rPr lang="en-US" dirty="0"/>
              <a:t>Getting familiar</a:t>
            </a:r>
          </a:p>
        </p:txBody>
      </p:sp>
      <p:sp>
        <p:nvSpPr>
          <p:cNvPr id="3" name="Slide Number Placeholder 2">
            <a:extLst>
              <a:ext uri="{FF2B5EF4-FFF2-40B4-BE49-F238E27FC236}">
                <a16:creationId xmlns:a16="http://schemas.microsoft.com/office/drawing/2014/main" id="{3B46AE35-2D88-2E0D-5D46-F339EFA4A04C}"/>
              </a:ext>
            </a:extLst>
          </p:cNvPr>
          <p:cNvSpPr>
            <a:spLocks noGrp="1"/>
          </p:cNvSpPr>
          <p:nvPr>
            <p:ph type="sldNum" sz="quarter" idx="12"/>
          </p:nvPr>
        </p:nvSpPr>
        <p:spPr/>
        <p:txBody>
          <a:bodyPr/>
          <a:lstStyle/>
          <a:p>
            <a:fld id="{A8ED8B99-2640-4528-BE06-488F2B48F17D}" type="slidenum">
              <a:rPr lang="el-GR" smtClean="0"/>
              <a:pPr/>
              <a:t>25</a:t>
            </a:fld>
            <a:endParaRPr lang="el-GR" dirty="0"/>
          </a:p>
        </p:txBody>
      </p:sp>
      <p:sp>
        <p:nvSpPr>
          <p:cNvPr id="4" name="Text Placeholder 3">
            <a:extLst>
              <a:ext uri="{FF2B5EF4-FFF2-40B4-BE49-F238E27FC236}">
                <a16:creationId xmlns:a16="http://schemas.microsoft.com/office/drawing/2014/main" id="{3FD4243F-15F1-1BCC-217C-3EF7FC6E12B3}"/>
              </a:ext>
            </a:extLst>
          </p:cNvPr>
          <p:cNvSpPr>
            <a:spLocks noGrp="1"/>
          </p:cNvSpPr>
          <p:nvPr>
            <p:ph type="body" sz="quarter" idx="13"/>
          </p:nvPr>
        </p:nvSpPr>
        <p:spPr/>
        <p:txBody>
          <a:bodyPr>
            <a:normAutofit/>
          </a:bodyPr>
          <a:lstStyle/>
          <a:p>
            <a:pPr>
              <a:lnSpc>
                <a:spcPct val="100000"/>
              </a:lnSpc>
            </a:pPr>
            <a:r>
              <a:rPr lang="en-US" sz="2400" dirty="0"/>
              <a:t>Beam characterization	</a:t>
            </a:r>
          </a:p>
          <a:p>
            <a:pPr lvl="2">
              <a:lnSpc>
                <a:spcPct val="100000"/>
              </a:lnSpc>
            </a:pPr>
            <a:r>
              <a:rPr lang="en-US" sz="1800" dirty="0"/>
              <a:t>Get familiar with the PSB and basic instruments (</a:t>
            </a:r>
            <a:r>
              <a:rPr lang="en-US" sz="1800" i="1" dirty="0"/>
              <a:t>BCT</a:t>
            </a:r>
            <a:r>
              <a:rPr lang="en-US" sz="1800" dirty="0"/>
              <a:t>, </a:t>
            </a:r>
            <a:r>
              <a:rPr lang="en-US" sz="1800" i="1" dirty="0"/>
              <a:t>Wire Scanner</a:t>
            </a:r>
            <a:r>
              <a:rPr lang="en-US" sz="1800" dirty="0"/>
              <a:t>, </a:t>
            </a:r>
            <a:r>
              <a:rPr lang="en-US" sz="1800" i="1" dirty="0" err="1"/>
              <a:t>Tomoscope</a:t>
            </a:r>
            <a:r>
              <a:rPr lang="en-US" sz="1800" dirty="0"/>
              <a:t>).</a:t>
            </a:r>
          </a:p>
          <a:p>
            <a:pPr lvl="2">
              <a:lnSpc>
                <a:spcPct val="100000"/>
              </a:lnSpc>
            </a:pPr>
            <a:r>
              <a:rPr lang="en-US" sz="1800" dirty="0"/>
              <a:t>Monitor basic beam parameters (beam intensity, emittance, bunch shape)</a:t>
            </a:r>
          </a:p>
          <a:p>
            <a:pPr>
              <a:lnSpc>
                <a:spcPct val="100000"/>
              </a:lnSpc>
            </a:pPr>
            <a:r>
              <a:rPr lang="en-US" sz="2400" dirty="0"/>
              <a:t>Injection effects</a:t>
            </a:r>
          </a:p>
          <a:p>
            <a:pPr lvl="2">
              <a:lnSpc>
                <a:spcPct val="100000"/>
              </a:lnSpc>
            </a:pPr>
            <a:r>
              <a:rPr lang="en-US" sz="1800" dirty="0"/>
              <a:t>Understand multi-turn injection system and how to control it (</a:t>
            </a:r>
            <a:r>
              <a:rPr lang="en-US" sz="1800" i="1" dirty="0"/>
              <a:t>Cruise Control</a:t>
            </a:r>
            <a:r>
              <a:rPr lang="en-US" sz="1800" dirty="0"/>
              <a:t>).</a:t>
            </a:r>
          </a:p>
          <a:p>
            <a:pPr lvl="2">
              <a:lnSpc>
                <a:spcPct val="100000"/>
              </a:lnSpc>
            </a:pPr>
            <a:r>
              <a:rPr lang="en-US" sz="1800" dirty="0"/>
              <a:t>Optimize injection process (minimize injection oscillations and foil scattering)</a:t>
            </a:r>
          </a:p>
          <a:p>
            <a:pPr>
              <a:lnSpc>
                <a:spcPct val="100000"/>
              </a:lnSpc>
            </a:pPr>
            <a:r>
              <a:rPr lang="en-US" sz="2400" dirty="0"/>
              <a:t>Tune setting and measurement</a:t>
            </a:r>
          </a:p>
          <a:p>
            <a:pPr lvl="2">
              <a:lnSpc>
                <a:spcPct val="100000"/>
              </a:lnSpc>
            </a:pPr>
            <a:r>
              <a:rPr lang="en-US" sz="1800" dirty="0"/>
              <a:t>Get familiar with LSA interface. </a:t>
            </a:r>
          </a:p>
          <a:p>
            <a:pPr lvl="2">
              <a:lnSpc>
                <a:spcPct val="100000"/>
              </a:lnSpc>
            </a:pPr>
            <a:r>
              <a:rPr lang="en-US" sz="1800" dirty="0"/>
              <a:t>Perform tune measurement (and correction if needed) all along the cycle for various working points.</a:t>
            </a:r>
          </a:p>
        </p:txBody>
      </p:sp>
    </p:spTree>
    <p:extLst>
      <p:ext uri="{BB962C8B-B14F-4D97-AF65-F5344CB8AC3E}">
        <p14:creationId xmlns:p14="http://schemas.microsoft.com/office/powerpoint/2010/main" val="236867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88F-D20D-36B0-67A4-CFD004F514F9}"/>
              </a:ext>
            </a:extLst>
          </p:cNvPr>
          <p:cNvSpPr>
            <a:spLocks noGrp="1"/>
          </p:cNvSpPr>
          <p:nvPr>
            <p:ph type="title"/>
          </p:nvPr>
        </p:nvSpPr>
        <p:spPr/>
        <p:txBody>
          <a:bodyPr/>
          <a:lstStyle/>
          <a:p>
            <a:r>
              <a:rPr lang="en-US" dirty="0"/>
              <a:t>PSB brightness characterization</a:t>
            </a:r>
          </a:p>
        </p:txBody>
      </p:sp>
      <p:sp>
        <p:nvSpPr>
          <p:cNvPr id="3" name="Slide Number Placeholder 2">
            <a:extLst>
              <a:ext uri="{FF2B5EF4-FFF2-40B4-BE49-F238E27FC236}">
                <a16:creationId xmlns:a16="http://schemas.microsoft.com/office/drawing/2014/main" id="{1E01C5FE-5D98-CBA8-87EF-64B3BEB170AC}"/>
              </a:ext>
            </a:extLst>
          </p:cNvPr>
          <p:cNvSpPr>
            <a:spLocks noGrp="1"/>
          </p:cNvSpPr>
          <p:nvPr>
            <p:ph type="sldNum" sz="quarter" idx="12"/>
          </p:nvPr>
        </p:nvSpPr>
        <p:spPr/>
        <p:txBody>
          <a:bodyPr/>
          <a:lstStyle/>
          <a:p>
            <a:fld id="{A8ED8B99-2640-4528-BE06-488F2B48F17D}" type="slidenum">
              <a:rPr lang="el-GR" smtClean="0"/>
              <a:pPr/>
              <a:t>26</a:t>
            </a:fld>
            <a:endParaRPr lang="el-GR"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240D675-EDBD-53EE-2910-519A5E77F6E3}"/>
                  </a:ext>
                </a:extLst>
              </p:cNvPr>
              <p:cNvSpPr>
                <a:spLocks noGrp="1"/>
              </p:cNvSpPr>
              <p:nvPr>
                <p:ph type="body" sz="quarter" idx="13"/>
              </p:nvPr>
            </p:nvSpPr>
            <p:spPr/>
            <p:txBody>
              <a:bodyPr>
                <a:normAutofit fontScale="77500" lnSpcReduction="20000"/>
              </a:bodyPr>
              <a:lstStyle/>
              <a:p>
                <a:r>
                  <a:rPr lang="en-US" dirty="0"/>
                  <a:t>Start with a single bunch in a 160 MeV flat-bottom cycle at the working point of </a:t>
                </a:r>
                <a14:m>
                  <m:oMath xmlns:m="http://schemas.openxmlformats.org/officeDocument/2006/math">
                    <m:d>
                      <m:dPr>
                        <m:ctrlPr>
                          <a:rPr lang="en-US" b="1" i="1" smtClean="0">
                            <a:solidFill>
                              <a:schemeClr val="tx2"/>
                            </a:solidFill>
                            <a:latin typeface="Cambria Math" panose="02040503050406030204" pitchFamily="18" charset="0"/>
                          </a:rPr>
                        </m:ctrlPr>
                      </m:dPr>
                      <m:e>
                        <m:sSub>
                          <m:sSubPr>
                            <m:ctrlPr>
                              <a:rPr lang="en-US" b="1" i="1" smtClean="0">
                                <a:solidFill>
                                  <a:schemeClr val="tx2"/>
                                </a:solidFill>
                                <a:latin typeface="Cambria Math" panose="02040503050406030204" pitchFamily="18" charset="0"/>
                              </a:rPr>
                            </m:ctrlPr>
                          </m:sSubPr>
                          <m:e>
                            <m:r>
                              <a:rPr lang="en-US" b="1" i="1" smtClean="0">
                                <a:solidFill>
                                  <a:schemeClr val="tx2"/>
                                </a:solidFill>
                                <a:latin typeface="Cambria Math" panose="02040503050406030204" pitchFamily="18" charset="0"/>
                              </a:rPr>
                              <m:t>𝑸</m:t>
                            </m:r>
                          </m:e>
                          <m:sub>
                            <m:r>
                              <a:rPr lang="en-US" b="1" i="1" smtClean="0">
                                <a:solidFill>
                                  <a:schemeClr val="tx2"/>
                                </a:solidFill>
                                <a:latin typeface="Cambria Math" panose="02040503050406030204" pitchFamily="18" charset="0"/>
                              </a:rPr>
                              <m:t>𝒙</m:t>
                            </m:r>
                          </m:sub>
                        </m:sSub>
                        <m:r>
                          <a:rPr lang="en-US" b="1" i="1" smtClean="0">
                            <a:solidFill>
                              <a:schemeClr val="tx2"/>
                            </a:solidFill>
                            <a:latin typeface="Cambria Math" panose="02040503050406030204" pitchFamily="18" charset="0"/>
                          </a:rPr>
                          <m:t>,</m:t>
                        </m:r>
                        <m:sSub>
                          <m:sSubPr>
                            <m:ctrlPr>
                              <a:rPr lang="en-US" b="1" i="1" smtClean="0">
                                <a:solidFill>
                                  <a:schemeClr val="tx2"/>
                                </a:solidFill>
                                <a:latin typeface="Cambria Math" panose="02040503050406030204" pitchFamily="18" charset="0"/>
                              </a:rPr>
                            </m:ctrlPr>
                          </m:sSubPr>
                          <m:e>
                            <m:r>
                              <a:rPr lang="en-US" b="1" i="1" smtClean="0">
                                <a:solidFill>
                                  <a:schemeClr val="tx2"/>
                                </a:solidFill>
                                <a:latin typeface="Cambria Math" panose="02040503050406030204" pitchFamily="18" charset="0"/>
                              </a:rPr>
                              <m:t>𝑸</m:t>
                            </m:r>
                          </m:e>
                          <m:sub>
                            <m:r>
                              <a:rPr lang="en-US" b="1" i="1" smtClean="0">
                                <a:solidFill>
                                  <a:schemeClr val="tx2"/>
                                </a:solidFill>
                                <a:latin typeface="Cambria Math" panose="02040503050406030204" pitchFamily="18" charset="0"/>
                              </a:rPr>
                              <m:t>𝒚</m:t>
                            </m:r>
                          </m:sub>
                        </m:sSub>
                      </m:e>
                    </m:d>
                    <m:r>
                      <a:rPr lang="en-US" b="1" i="1" smtClean="0">
                        <a:solidFill>
                          <a:schemeClr val="tx2"/>
                        </a:solidFill>
                        <a:latin typeface="Cambria Math" panose="02040503050406030204" pitchFamily="18" charset="0"/>
                      </a:rPr>
                      <m:t>=</m:t>
                    </m:r>
                    <m:d>
                      <m:dPr>
                        <m:ctrlPr>
                          <a:rPr lang="en-US" b="1" i="1" smtClean="0">
                            <a:solidFill>
                              <a:schemeClr val="tx2"/>
                            </a:solidFill>
                            <a:latin typeface="Cambria Math" panose="02040503050406030204" pitchFamily="18" charset="0"/>
                          </a:rPr>
                        </m:ctrlPr>
                      </m:dPr>
                      <m:e>
                        <m:r>
                          <a:rPr lang="en-US" b="1" i="1" smtClean="0">
                            <a:solidFill>
                              <a:schemeClr val="tx2"/>
                            </a:solidFill>
                            <a:latin typeface="Cambria Math" panose="02040503050406030204" pitchFamily="18" charset="0"/>
                          </a:rPr>
                          <m:t>𝟒</m:t>
                        </m:r>
                        <m:r>
                          <a:rPr lang="en-US" b="1" i="1" smtClean="0">
                            <a:solidFill>
                              <a:schemeClr val="tx2"/>
                            </a:solidFill>
                            <a:latin typeface="Cambria Math" panose="02040503050406030204" pitchFamily="18" charset="0"/>
                          </a:rPr>
                          <m:t>.</m:t>
                        </m:r>
                        <m:r>
                          <a:rPr lang="en-US" b="1" i="1" smtClean="0">
                            <a:solidFill>
                              <a:schemeClr val="tx2"/>
                            </a:solidFill>
                            <a:latin typeface="Cambria Math" panose="02040503050406030204" pitchFamily="18" charset="0"/>
                          </a:rPr>
                          <m:t>𝟏𝟕</m:t>
                        </m:r>
                        <m:r>
                          <a:rPr lang="en-US" b="1" i="1" smtClean="0">
                            <a:solidFill>
                              <a:schemeClr val="tx2"/>
                            </a:solidFill>
                            <a:latin typeface="Cambria Math" panose="02040503050406030204" pitchFamily="18" charset="0"/>
                          </a:rPr>
                          <m:t>, </m:t>
                        </m:r>
                        <m:r>
                          <a:rPr lang="en-US" b="1" i="1" smtClean="0">
                            <a:solidFill>
                              <a:schemeClr val="tx2"/>
                            </a:solidFill>
                            <a:latin typeface="Cambria Math" panose="02040503050406030204" pitchFamily="18" charset="0"/>
                          </a:rPr>
                          <m:t>𝟒</m:t>
                        </m:r>
                        <m:r>
                          <a:rPr lang="en-US" b="1" i="1" smtClean="0">
                            <a:solidFill>
                              <a:schemeClr val="tx2"/>
                            </a:solidFill>
                            <a:latin typeface="Cambria Math" panose="02040503050406030204" pitchFamily="18" charset="0"/>
                          </a:rPr>
                          <m:t>.</m:t>
                        </m:r>
                        <m:r>
                          <a:rPr lang="en-US" b="1" i="1" smtClean="0">
                            <a:solidFill>
                              <a:schemeClr val="tx2"/>
                            </a:solidFill>
                            <a:latin typeface="Cambria Math" panose="02040503050406030204" pitchFamily="18" charset="0"/>
                          </a:rPr>
                          <m:t>𝟐𝟑</m:t>
                        </m:r>
                      </m:e>
                    </m:d>
                  </m:oMath>
                </a14:m>
                <a:r>
                  <a:rPr lang="en-US" dirty="0"/>
                  <a:t> (one PSB ring). Measure the beam brightness up to the</a:t>
                </a:r>
                <a:br>
                  <a:rPr lang="en-US" dirty="0"/>
                </a:br>
                <a:r>
                  <a:rPr lang="en-US" dirty="0"/>
                  <a:t>intensity of  </a:t>
                </a:r>
                <a14:m>
                  <m:oMath xmlns:m="http://schemas.openxmlformats.org/officeDocument/2006/math">
                    <m:r>
                      <a:rPr lang="en-US" b="1" i="0" dirty="0" smtClean="0">
                        <a:solidFill>
                          <a:schemeClr val="tx2"/>
                        </a:solidFill>
                        <a:latin typeface="Cambria Math" panose="02040503050406030204" pitchFamily="18" charset="0"/>
                      </a:rPr>
                      <m:t>𝐈</m:t>
                    </m:r>
                    <m:r>
                      <a:rPr lang="en-US" b="1" i="0" dirty="0" smtClean="0">
                        <a:solidFill>
                          <a:schemeClr val="tx2"/>
                        </a:solidFill>
                        <a:latin typeface="Cambria Math" panose="02040503050406030204" pitchFamily="18" charset="0"/>
                      </a:rPr>
                      <m:t>=</m:t>
                    </m:r>
                    <m:r>
                      <a:rPr lang="en-US" b="1" i="1" dirty="0" smtClean="0">
                        <a:solidFill>
                          <a:schemeClr val="tx2"/>
                        </a:solidFill>
                        <a:latin typeface="Cambria Math" panose="02040503050406030204" pitchFamily="18" charset="0"/>
                      </a:rPr>
                      <m:t>𝟏𝟓𝟎</m:t>
                    </m:r>
                    <m:r>
                      <a:rPr lang="en-US" b="1" i="1" dirty="0" smtClean="0">
                        <a:solidFill>
                          <a:schemeClr val="tx2"/>
                        </a:solidFill>
                        <a:latin typeface="Cambria Math" panose="02040503050406030204" pitchFamily="18" charset="0"/>
                        <a:ea typeface="Cambria Math" panose="02040503050406030204" pitchFamily="18" charset="0"/>
                      </a:rPr>
                      <m:t>×</m:t>
                    </m:r>
                    <m:sSup>
                      <m:sSupPr>
                        <m:ctrlPr>
                          <a:rPr lang="en-US" b="1" i="1" dirty="0" smtClean="0">
                            <a:solidFill>
                              <a:schemeClr val="tx2"/>
                            </a:solidFill>
                            <a:latin typeface="Cambria Math" panose="02040503050406030204" pitchFamily="18" charset="0"/>
                          </a:rPr>
                        </m:ctrlPr>
                      </m:sSupPr>
                      <m:e>
                        <m:r>
                          <a:rPr lang="en-US" b="1" i="1" dirty="0" smtClean="0">
                            <a:solidFill>
                              <a:schemeClr val="tx2"/>
                            </a:solidFill>
                            <a:latin typeface="Cambria Math" panose="02040503050406030204" pitchFamily="18" charset="0"/>
                          </a:rPr>
                          <m:t>𝟏𝟎</m:t>
                        </m:r>
                      </m:e>
                      <m:sup>
                        <m:r>
                          <a:rPr lang="en-US" b="1" i="1" dirty="0" smtClean="0">
                            <a:solidFill>
                              <a:schemeClr val="tx2"/>
                            </a:solidFill>
                            <a:latin typeface="Cambria Math" panose="02040503050406030204" pitchFamily="18" charset="0"/>
                          </a:rPr>
                          <m:t>𝟏𝟎</m:t>
                        </m:r>
                      </m:sup>
                    </m:sSup>
                  </m:oMath>
                </a14:m>
                <a:r>
                  <a:rPr lang="en-US" dirty="0"/>
                  <a:t> protons (e.g. 10, 50, 100, 150). </a:t>
                </a:r>
              </a:p>
              <a:p>
                <a:endParaRPr lang="en-US" dirty="0"/>
              </a:p>
              <a:p>
                <a:r>
                  <a:rPr lang="en-US" dirty="0"/>
                  <a:t>Change horizontal tune (e.g. to 4.21, 4.25, 4.29) and repeat. </a:t>
                </a:r>
              </a:p>
              <a:p>
                <a:pPr lvl="1"/>
                <a:r>
                  <a:rPr lang="en-US" dirty="0"/>
                  <a:t>What do you observe in the beam brightness?</a:t>
                </a:r>
              </a:p>
              <a:p>
                <a:endParaRPr lang="en-US" dirty="0"/>
              </a:p>
              <a:p>
                <a:r>
                  <a:rPr lang="en-US" dirty="0"/>
                  <a:t>Do the same for the vertical tune (e.g. 4.27, 4.31 and 4.35). </a:t>
                </a:r>
              </a:p>
              <a:p>
                <a:pPr lvl="1"/>
                <a:r>
                  <a:rPr lang="en-US" dirty="0"/>
                  <a:t>Why beam losses occur at the high vertical tunes? </a:t>
                </a:r>
              </a:p>
              <a:p>
                <a:pPr lvl="1"/>
                <a:r>
                  <a:rPr lang="en-US" dirty="0"/>
                  <a:t>How would you optimize the working point to maximize the beam brightness?</a:t>
                </a:r>
              </a:p>
              <a:p>
                <a:endParaRPr lang="en-US" dirty="0"/>
              </a:p>
              <a:p>
                <a:r>
                  <a:rPr lang="en-US" dirty="0"/>
                  <a:t>Repeat for 3 different KSW settings at the initial working point. </a:t>
                </a:r>
              </a:p>
              <a:p>
                <a:pPr lvl="1"/>
                <a:r>
                  <a:rPr lang="en-US" dirty="0"/>
                  <a:t>What is the effect of the foil in the beam brightness?</a:t>
                </a:r>
              </a:p>
              <a:p>
                <a:endParaRPr lang="en-US" dirty="0"/>
              </a:p>
              <a:p>
                <a:r>
                  <a:rPr lang="en-US" dirty="0"/>
                  <a:t>Repeat the brightness measurement for the initial working point and an </a:t>
                </a:r>
                <a:r>
                  <a:rPr lang="en-US" dirty="0" err="1"/>
                  <a:t>unbunched</a:t>
                </a:r>
                <a:r>
                  <a:rPr lang="en-US" dirty="0"/>
                  <a:t> (coasting) beam.</a:t>
                </a:r>
              </a:p>
              <a:p>
                <a:pPr lvl="1"/>
                <a:r>
                  <a:rPr lang="en-US" dirty="0"/>
                  <a:t>What do you observe in the beam brightness?</a:t>
                </a:r>
              </a:p>
              <a:p>
                <a:pPr lvl="1"/>
                <a:r>
                  <a:rPr lang="en-US" dirty="0"/>
                  <a:t>Why can’t we use </a:t>
                </a:r>
                <a:r>
                  <a:rPr lang="en-US" dirty="0" err="1"/>
                  <a:t>unbuched</a:t>
                </a:r>
                <a:r>
                  <a:rPr lang="en-US" dirty="0"/>
                  <a:t> beams in operation?</a:t>
                </a:r>
              </a:p>
              <a:p>
                <a:endParaRPr lang="en-US" dirty="0"/>
              </a:p>
            </p:txBody>
          </p:sp>
        </mc:Choice>
        <mc:Fallback xmlns="">
          <p:sp>
            <p:nvSpPr>
              <p:cNvPr id="4" name="Text Placeholder 3">
                <a:extLst>
                  <a:ext uri="{FF2B5EF4-FFF2-40B4-BE49-F238E27FC236}">
                    <a16:creationId xmlns:a16="http://schemas.microsoft.com/office/drawing/2014/main" id="{B240D675-EDBD-53EE-2910-519A5E77F6E3}"/>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670" t="-2237"/>
                </a:stretch>
              </a:blipFill>
            </p:spPr>
            <p:txBody>
              <a:bodyPr/>
              <a:lstStyle/>
              <a:p>
                <a:r>
                  <a:rPr lang="en-US">
                    <a:noFill/>
                  </a:rPr>
                  <a:t> </a:t>
                </a:r>
              </a:p>
            </p:txBody>
          </p:sp>
        </mc:Fallback>
      </mc:AlternateContent>
      <p:sp>
        <p:nvSpPr>
          <p:cNvPr id="5" name="Cloud 4">
            <a:extLst>
              <a:ext uri="{FF2B5EF4-FFF2-40B4-BE49-F238E27FC236}">
                <a16:creationId xmlns:a16="http://schemas.microsoft.com/office/drawing/2014/main" id="{D2DD9E6F-3486-6D29-4817-EAD74B3E375A}"/>
              </a:ext>
            </a:extLst>
          </p:cNvPr>
          <p:cNvSpPr/>
          <p:nvPr/>
        </p:nvSpPr>
        <p:spPr>
          <a:xfrm rot="738783">
            <a:off x="9462364" y="1477118"/>
            <a:ext cx="2533257" cy="1408455"/>
          </a:xfrm>
          <a:prstGeom prst="cloud">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458D8F-A0D4-1FDA-DF7B-2B523D6A8302}"/>
                  </a:ext>
                </a:extLst>
              </p:cNvPr>
              <p:cNvSpPr txBox="1"/>
              <p:nvPr/>
            </p:nvSpPr>
            <p:spPr>
              <a:xfrm>
                <a:off x="9747061" y="1702760"/>
                <a:ext cx="1934055" cy="662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𝐼</m:t>
                          </m:r>
                        </m:num>
                        <m:den>
                          <m:r>
                            <a:rPr lang="en-US" sz="2000" b="0" i="1" smtClean="0">
                              <a:latin typeface="Cambria Math" panose="02040503050406030204" pitchFamily="18" charset="0"/>
                            </a:rPr>
                            <m:t>0.5(</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𝜖</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den>
                      </m:f>
                    </m:oMath>
                  </m:oMathPara>
                </a14:m>
                <a:endParaRPr lang="en-US" sz="2000" dirty="0"/>
              </a:p>
            </p:txBody>
          </p:sp>
        </mc:Choice>
        <mc:Fallback xmlns="">
          <p:sp>
            <p:nvSpPr>
              <p:cNvPr id="6" name="TextBox 5">
                <a:extLst>
                  <a:ext uri="{FF2B5EF4-FFF2-40B4-BE49-F238E27FC236}">
                    <a16:creationId xmlns:a16="http://schemas.microsoft.com/office/drawing/2014/main" id="{C1458D8F-A0D4-1FDA-DF7B-2B523D6A8302}"/>
                  </a:ext>
                </a:extLst>
              </p:cNvPr>
              <p:cNvSpPr txBox="1">
                <a:spLocks noRot="1" noChangeAspect="1" noMove="1" noResize="1" noEditPoints="1" noAdjustHandles="1" noChangeArrowheads="1" noChangeShapeType="1" noTextEdit="1"/>
              </p:cNvSpPr>
              <p:nvPr/>
            </p:nvSpPr>
            <p:spPr>
              <a:xfrm>
                <a:off x="9747061" y="1702760"/>
                <a:ext cx="1934055" cy="662489"/>
              </a:xfrm>
              <a:prstGeom prst="rect">
                <a:avLst/>
              </a:prstGeom>
              <a:blipFill>
                <a:blip r:embed="rId3"/>
                <a:stretch>
                  <a:fillRect l="-1961" r="-3922" b="-9259"/>
                </a:stretch>
              </a:blipFill>
            </p:spPr>
            <p:txBody>
              <a:bodyPr/>
              <a:lstStyle/>
              <a:p>
                <a:r>
                  <a:rPr lang="en-US">
                    <a:noFill/>
                  </a:rPr>
                  <a:t> </a:t>
                </a:r>
              </a:p>
            </p:txBody>
          </p:sp>
        </mc:Fallback>
      </mc:AlternateContent>
      <p:sp>
        <p:nvSpPr>
          <p:cNvPr id="7" name="Cloud 6">
            <a:extLst>
              <a:ext uri="{FF2B5EF4-FFF2-40B4-BE49-F238E27FC236}">
                <a16:creationId xmlns:a16="http://schemas.microsoft.com/office/drawing/2014/main" id="{48751968-3283-86BB-967F-D2C27034F3E8}"/>
              </a:ext>
            </a:extLst>
          </p:cNvPr>
          <p:cNvSpPr/>
          <p:nvPr/>
        </p:nvSpPr>
        <p:spPr>
          <a:xfrm>
            <a:off x="9019309" y="3636826"/>
            <a:ext cx="3121068" cy="1518190"/>
          </a:xfrm>
          <a:prstGeom prst="cloud">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3A27FD-D619-3E50-3012-A28C3026013E}"/>
                  </a:ext>
                </a:extLst>
              </p:cNvPr>
              <p:cNvSpPr txBox="1"/>
              <p:nvPr/>
            </p:nvSpPr>
            <p:spPr>
              <a:xfrm>
                <a:off x="9351726" y="4129365"/>
                <a:ext cx="2588273" cy="491417"/>
              </a:xfrm>
              <a:prstGeom prst="rect">
                <a:avLst/>
              </a:prstGeom>
              <a:solidFill>
                <a:schemeClr val="bg2">
                  <a:lumMod val="8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𝜖</m:t>
                          </m:r>
                        </m:e>
                        <m:sub>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sub>
                      </m:sSub>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𝑟</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𝛾</m:t>
                              </m:r>
                            </m:e>
                            <m:sub>
                              <m:r>
                                <a:rPr lang="en-US" sz="1400" b="0" i="1" smtClean="0">
                                  <a:latin typeface="Cambria Math" panose="02040503050406030204" pitchFamily="18" charset="0"/>
                                </a:rPr>
                                <m:t>𝑟</m:t>
                              </m:r>
                            </m:sub>
                          </m:sSub>
                        </m:num>
                        <m:den>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sub>
                          </m:sSub>
                        </m:den>
                      </m:f>
                      <m:d>
                        <m:dPr>
                          <m:begChr m:val="["/>
                          <m:endChr m:val="]"/>
                          <m:ctrlPr>
                            <a:rPr lang="en-US" sz="1400" b="0" i="1" smtClean="0">
                              <a:latin typeface="Cambria Math" panose="02040503050406030204" pitchFamily="18" charset="0"/>
                            </a:rPr>
                          </m:ctrlPr>
                        </m:dPr>
                        <m:e>
                          <m:sSubSup>
                            <m:sSubSupPr>
                              <m:ctrlPr>
                                <a:rPr lang="en-US" sz="1400" i="1">
                                  <a:latin typeface="Cambria Math" panose="02040503050406030204" pitchFamily="18" charset="0"/>
                                </a:rPr>
                              </m:ctrlPr>
                            </m:sSubSupPr>
                            <m:e>
                              <m:r>
                                <a:rPr lang="en-US" sz="1400" i="1">
                                  <a:latin typeface="Cambria Math" panose="02040503050406030204" pitchFamily="18" charset="0"/>
                                </a:rPr>
                                <m:t>𝜎</m:t>
                              </m:r>
                            </m:e>
                            <m:sub>
                              <m:r>
                                <a:rPr lang="en-US" sz="1400" i="1">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sub>
                            <m:sup>
                              <m:r>
                                <a:rPr lang="en-US" sz="1400" i="1">
                                  <a:latin typeface="Cambria Math" panose="02040503050406030204" pitchFamily="18" charset="0"/>
                                </a:rPr>
                                <m:t>2</m:t>
                              </m:r>
                            </m:sup>
                          </m:sSubSup>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𝐷</m:t>
                              </m:r>
                            </m:e>
                            <m:sub>
                              <m:r>
                                <a:rPr lang="en-US" sz="1400" i="1">
                                  <a:latin typeface="Cambria Math" panose="02040503050406030204" pitchFamily="18" charset="0"/>
                                </a:rPr>
                                <m:t>𝑥</m:t>
                              </m:r>
                              <m:r>
                                <a:rPr lang="en-US" sz="1400" b="0" i="1" smtClean="0">
                                  <a:latin typeface="Cambria Math" panose="02040503050406030204" pitchFamily="18" charset="0"/>
                                </a:rPr>
                                <m:t>,</m:t>
                              </m:r>
                              <m:r>
                                <a:rPr lang="en-US" sz="1400" b="0" i="1" smtClean="0">
                                  <a:latin typeface="Cambria Math" panose="02040503050406030204" pitchFamily="18" charset="0"/>
                                </a:rPr>
                                <m:t>𝑦</m:t>
                              </m:r>
                            </m:sub>
                          </m:sSub>
                          <m:sSub>
                            <m:sSubPr>
                              <m:ctrlPr>
                                <a:rPr lang="en-US" sz="1400" b="0" i="1" smtClean="0">
                                  <a:latin typeface="Cambria Math" panose="02040503050406030204" pitchFamily="18" charset="0"/>
                                </a:rPr>
                              </m:ctrlPr>
                            </m:sSubPr>
                            <m:e>
                              <m:d>
                                <m:dPr>
                                  <m:ctrlPr>
                                    <a:rPr lang="en-US" sz="1400" b="0" i="1" smtClean="0">
                                      <a:latin typeface="Cambria Math" panose="02040503050406030204" pitchFamily="18" charset="0"/>
                                    </a:rPr>
                                  </m:ctrlPr>
                                </m:dPr>
                                <m:e>
                                  <m:f>
                                    <m:fPr>
                                      <m:ctrlPr>
                                        <a:rPr lang="en-US" sz="1400" i="1">
                                          <a:latin typeface="Cambria Math" panose="02040503050406030204" pitchFamily="18" charset="0"/>
                                        </a:rPr>
                                      </m:ctrlPr>
                                    </m:fPr>
                                    <m:num>
                                      <m:r>
                                        <a:rPr lang="en-US" sz="1400" i="1">
                                          <a:latin typeface="Cambria Math" panose="02040503050406030204" pitchFamily="18" charset="0"/>
                                        </a:rPr>
                                        <m:t>𝛿</m:t>
                                      </m:r>
                                      <m:r>
                                        <a:rPr lang="en-US" sz="1400" i="1">
                                          <a:latin typeface="Cambria Math" panose="02040503050406030204" pitchFamily="18" charset="0"/>
                                        </a:rPr>
                                        <m:t>𝑝</m:t>
                                      </m:r>
                                    </m:num>
                                    <m:den>
                                      <m:r>
                                        <a:rPr lang="en-US" sz="1400" i="1">
                                          <a:latin typeface="Cambria Math" panose="02040503050406030204" pitchFamily="18" charset="0"/>
                                        </a:rPr>
                                        <m:t>𝑝</m:t>
                                      </m:r>
                                    </m:den>
                                  </m:f>
                                </m:e>
                              </m:d>
                            </m:e>
                            <m:sub>
                              <m:r>
                                <a:rPr lang="en-US" sz="1400" b="0" i="1" smtClean="0">
                                  <a:latin typeface="Cambria Math" panose="02040503050406030204" pitchFamily="18" charset="0"/>
                                </a:rPr>
                                <m:t>𝑅𝑀𝑆</m:t>
                              </m:r>
                            </m:sub>
                          </m:sSub>
                        </m:e>
                      </m:d>
                    </m:oMath>
                  </m:oMathPara>
                </a14:m>
                <a:endParaRPr lang="en-US" sz="1400" dirty="0"/>
              </a:p>
            </p:txBody>
          </p:sp>
        </mc:Choice>
        <mc:Fallback xmlns="">
          <p:sp>
            <p:nvSpPr>
              <p:cNvPr id="9" name="TextBox 8">
                <a:extLst>
                  <a:ext uri="{FF2B5EF4-FFF2-40B4-BE49-F238E27FC236}">
                    <a16:creationId xmlns:a16="http://schemas.microsoft.com/office/drawing/2014/main" id="{D13A27FD-D619-3E50-3012-A28C3026013E}"/>
                  </a:ext>
                </a:extLst>
              </p:cNvPr>
              <p:cNvSpPr txBox="1">
                <a:spLocks noRot="1" noChangeAspect="1" noMove="1" noResize="1" noEditPoints="1" noAdjustHandles="1" noChangeArrowheads="1" noChangeShapeType="1" noTextEdit="1"/>
              </p:cNvSpPr>
              <p:nvPr/>
            </p:nvSpPr>
            <p:spPr>
              <a:xfrm>
                <a:off x="9351726" y="4129365"/>
                <a:ext cx="2588273" cy="491417"/>
              </a:xfrm>
              <a:prstGeom prst="rect">
                <a:avLst/>
              </a:prstGeom>
              <a:blipFill>
                <a:blip r:embed="rId4"/>
                <a:stretch>
                  <a:fillRect l="-488" b="-12500"/>
                </a:stretch>
              </a:blipFill>
            </p:spPr>
            <p:txBody>
              <a:bodyPr/>
              <a:lstStyle/>
              <a:p>
                <a:r>
                  <a:rPr lang="en-US">
                    <a:noFill/>
                  </a:rPr>
                  <a:t> </a:t>
                </a:r>
              </a:p>
            </p:txBody>
          </p:sp>
        </mc:Fallback>
      </mc:AlternateContent>
    </p:spTree>
    <p:extLst>
      <p:ext uri="{BB962C8B-B14F-4D97-AF65-F5344CB8AC3E}">
        <p14:creationId xmlns:p14="http://schemas.microsoft.com/office/powerpoint/2010/main" val="1874816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F9B5C-E05C-00BE-A665-EBFCB9982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1B84E-A303-7B68-A933-D1DB6A6D3014}"/>
              </a:ext>
            </a:extLst>
          </p:cNvPr>
          <p:cNvSpPr>
            <a:spLocks noGrp="1"/>
          </p:cNvSpPr>
          <p:nvPr>
            <p:ph type="title"/>
          </p:nvPr>
        </p:nvSpPr>
        <p:spPr/>
        <p:txBody>
          <a:bodyPr/>
          <a:lstStyle/>
          <a:p>
            <a:r>
              <a:rPr lang="en-US" dirty="0"/>
              <a:t>Space charge &amp; resonances</a:t>
            </a:r>
          </a:p>
        </p:txBody>
      </p:sp>
      <p:sp>
        <p:nvSpPr>
          <p:cNvPr id="3" name="Subtitle 2">
            <a:extLst>
              <a:ext uri="{FF2B5EF4-FFF2-40B4-BE49-F238E27FC236}">
                <a16:creationId xmlns:a16="http://schemas.microsoft.com/office/drawing/2014/main" id="{EB9314F4-B3E3-CD7B-DFF6-5A7FEAD261E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528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2948-B329-8B7D-1368-26B7ABACE9D8}"/>
              </a:ext>
            </a:extLst>
          </p:cNvPr>
          <p:cNvSpPr>
            <a:spLocks noGrp="1"/>
          </p:cNvSpPr>
          <p:nvPr>
            <p:ph type="title"/>
          </p:nvPr>
        </p:nvSpPr>
        <p:spPr/>
        <p:txBody>
          <a:bodyPr/>
          <a:lstStyle/>
          <a:p>
            <a:r>
              <a:rPr lang="en-US" dirty="0"/>
              <a:t>Beam dynamics in PSB</a:t>
            </a:r>
          </a:p>
        </p:txBody>
      </p:sp>
      <p:sp>
        <p:nvSpPr>
          <p:cNvPr id="3" name="Slide Number Placeholder 2">
            <a:extLst>
              <a:ext uri="{FF2B5EF4-FFF2-40B4-BE49-F238E27FC236}">
                <a16:creationId xmlns:a16="http://schemas.microsoft.com/office/drawing/2014/main" id="{7F7F466D-6FBC-B117-6C50-A4834915BFAB}"/>
              </a:ext>
            </a:extLst>
          </p:cNvPr>
          <p:cNvSpPr>
            <a:spLocks noGrp="1"/>
          </p:cNvSpPr>
          <p:nvPr>
            <p:ph type="sldNum" sz="quarter" idx="12"/>
          </p:nvPr>
        </p:nvSpPr>
        <p:spPr/>
        <p:txBody>
          <a:bodyPr/>
          <a:lstStyle/>
          <a:p>
            <a:fld id="{A8ED8B99-2640-4528-BE06-488F2B48F17D}" type="slidenum">
              <a:rPr lang="el-GR" smtClean="0"/>
              <a:pPr/>
              <a:t>28</a:t>
            </a:fld>
            <a:endParaRPr lang="el-GR" dirty="0"/>
          </a:p>
        </p:txBody>
      </p:sp>
      <p:sp>
        <p:nvSpPr>
          <p:cNvPr id="5" name="TextBox 4">
            <a:extLst>
              <a:ext uri="{FF2B5EF4-FFF2-40B4-BE49-F238E27FC236}">
                <a16:creationId xmlns:a16="http://schemas.microsoft.com/office/drawing/2014/main" id="{93A8BA57-03B9-261A-DA41-A7121F0CCDE3}"/>
              </a:ext>
            </a:extLst>
          </p:cNvPr>
          <p:cNvSpPr txBox="1"/>
          <p:nvPr/>
        </p:nvSpPr>
        <p:spPr>
          <a:xfrm>
            <a:off x="950255" y="681317"/>
            <a:ext cx="10291483" cy="461665"/>
          </a:xfrm>
          <a:prstGeom prst="rect">
            <a:avLst/>
          </a:prstGeom>
          <a:noFill/>
        </p:spPr>
        <p:txBody>
          <a:bodyPr wrap="square" rtlCol="0">
            <a:spAutoFit/>
          </a:bodyPr>
          <a:lstStyle/>
          <a:p>
            <a:pPr algn="ctr"/>
            <a:r>
              <a:rPr lang="en-CH" sz="2400" b="1" dirty="0">
                <a:solidFill>
                  <a:schemeClr val="tx2"/>
                </a:solidFill>
              </a:rPr>
              <a:t>PSB performance is dominated by space charge and resonances.</a:t>
            </a:r>
          </a:p>
        </p:txBody>
      </p:sp>
      <p:pic>
        <p:nvPicPr>
          <p:cNvPr id="6" name="Picture 4">
            <a:extLst>
              <a:ext uri="{FF2B5EF4-FFF2-40B4-BE49-F238E27FC236}">
                <a16:creationId xmlns:a16="http://schemas.microsoft.com/office/drawing/2014/main" id="{0934AE3E-4140-E396-0FEE-7BEAD0407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6165" y="1762312"/>
            <a:ext cx="3333376" cy="33333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7B42AC7-5B0E-492B-1D6F-890783C28A8B}"/>
              </a:ext>
            </a:extLst>
          </p:cNvPr>
          <p:cNvPicPr>
            <a:picLocks noChangeAspect="1"/>
          </p:cNvPicPr>
          <p:nvPr/>
        </p:nvPicPr>
        <p:blipFill>
          <a:blip r:embed="rId3"/>
          <a:stretch>
            <a:fillRect/>
          </a:stretch>
        </p:blipFill>
        <p:spPr>
          <a:xfrm>
            <a:off x="4049593" y="2145769"/>
            <a:ext cx="3557704" cy="2476441"/>
          </a:xfrm>
          <a:prstGeom prst="rect">
            <a:avLst/>
          </a:prstGeom>
        </p:spPr>
      </p:pic>
      <p:sp>
        <p:nvSpPr>
          <p:cNvPr id="8" name="TextBox 7">
            <a:extLst>
              <a:ext uri="{FF2B5EF4-FFF2-40B4-BE49-F238E27FC236}">
                <a16:creationId xmlns:a16="http://schemas.microsoft.com/office/drawing/2014/main" id="{F2875375-E20F-B6DB-844F-DEAE0E8E55C6}"/>
              </a:ext>
            </a:extLst>
          </p:cNvPr>
          <p:cNvSpPr txBox="1"/>
          <p:nvPr/>
        </p:nvSpPr>
        <p:spPr>
          <a:xfrm>
            <a:off x="129776" y="1576383"/>
            <a:ext cx="3690949" cy="1138773"/>
          </a:xfrm>
          <a:prstGeom prst="rect">
            <a:avLst/>
          </a:prstGeom>
          <a:noFill/>
        </p:spPr>
        <p:txBody>
          <a:bodyPr wrap="square" rtlCol="0">
            <a:spAutoFit/>
          </a:bodyPr>
          <a:lstStyle/>
          <a:p>
            <a:pPr marL="285750" indent="-285750">
              <a:buFont typeface="Wingdings" pitchFamily="2" charset="2"/>
              <a:buChar char="§"/>
            </a:pPr>
            <a:r>
              <a:rPr lang="en-US" sz="1600" dirty="0"/>
              <a:t>Direct space charge induces a spread in the tune of the particles.</a:t>
            </a:r>
          </a:p>
          <a:p>
            <a:pPr marL="742950" lvl="1" indent="-285750">
              <a:buFont typeface="Wingdings" pitchFamily="2" charset="2"/>
              <a:buChar char="Ø"/>
            </a:pPr>
            <a:r>
              <a:rPr lang="en-US" sz="1200" dirty="0"/>
              <a:t>Defocusing depends on the particle’s amplitude: </a:t>
            </a:r>
            <a:r>
              <a:rPr lang="en-US" sz="1200" b="1" dirty="0">
                <a:solidFill>
                  <a:srgbClr val="FF0000"/>
                </a:solidFill>
              </a:rPr>
              <a:t>larger tune shift </a:t>
            </a:r>
            <a:r>
              <a:rPr lang="en-US" sz="1200" dirty="0"/>
              <a:t>for the particles in the </a:t>
            </a:r>
            <a:r>
              <a:rPr lang="en-US" sz="1200" b="1" dirty="0">
                <a:solidFill>
                  <a:srgbClr val="FF0000"/>
                </a:solidFill>
              </a:rPr>
              <a:t>beam core</a:t>
            </a:r>
            <a:r>
              <a:rPr lang="en-US" sz="1200" dirty="0"/>
              <a:t>.</a:t>
            </a:r>
          </a:p>
        </p:txBody>
      </p:sp>
      <p:cxnSp>
        <p:nvCxnSpPr>
          <p:cNvPr id="9" name="Straight Arrow Connector 8">
            <a:extLst>
              <a:ext uri="{FF2B5EF4-FFF2-40B4-BE49-F238E27FC236}">
                <a16:creationId xmlns:a16="http://schemas.microsoft.com/office/drawing/2014/main" id="{75BC4E87-C000-9D9C-544E-1608A73D6ADB}"/>
              </a:ext>
            </a:extLst>
          </p:cNvPr>
          <p:cNvCxnSpPr>
            <a:cxnSpLocks/>
          </p:cNvCxnSpPr>
          <p:nvPr/>
        </p:nvCxnSpPr>
        <p:spPr>
          <a:xfrm flipH="1">
            <a:off x="10627967" y="2369322"/>
            <a:ext cx="53748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95FE898-E646-DE82-D592-0D05F18B282D}"/>
              </a:ext>
            </a:extLst>
          </p:cNvPr>
          <p:cNvSpPr txBox="1"/>
          <p:nvPr/>
        </p:nvSpPr>
        <p:spPr>
          <a:xfrm>
            <a:off x="11177928" y="1765793"/>
            <a:ext cx="886685" cy="954107"/>
          </a:xfrm>
          <a:prstGeom prst="rect">
            <a:avLst/>
          </a:prstGeom>
          <a:noFill/>
        </p:spPr>
        <p:txBody>
          <a:bodyPr wrap="square" rtlCol="0">
            <a:spAutoFit/>
          </a:bodyPr>
          <a:lstStyle/>
          <a:p>
            <a:r>
              <a:rPr lang="en-US" sz="1400" dirty="0"/>
              <a:t>Bare machine working point</a:t>
            </a:r>
          </a:p>
        </p:txBody>
      </p:sp>
      <p:pic>
        <p:nvPicPr>
          <p:cNvPr id="11" name="Picture 2">
            <a:extLst>
              <a:ext uri="{FF2B5EF4-FFF2-40B4-BE49-F238E27FC236}">
                <a16:creationId xmlns:a16="http://schemas.microsoft.com/office/drawing/2014/main" id="{66647821-5A99-4F4F-CA38-1E85CA3113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2163" y="1762312"/>
            <a:ext cx="3333376" cy="333337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E616DCED-947E-D335-4462-ED085FD5ABBE}"/>
              </a:ext>
            </a:extLst>
          </p:cNvPr>
          <p:cNvCxnSpPr>
            <a:cxnSpLocks/>
          </p:cNvCxnSpPr>
          <p:nvPr/>
        </p:nvCxnSpPr>
        <p:spPr>
          <a:xfrm flipH="1">
            <a:off x="10627967" y="2369322"/>
            <a:ext cx="53748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B366AAFA-A988-4D3B-BA6B-F909867A887C}"/>
              </a:ext>
            </a:extLst>
          </p:cNvPr>
          <p:cNvSpPr/>
          <p:nvPr/>
        </p:nvSpPr>
        <p:spPr>
          <a:xfrm rot="18520684">
            <a:off x="8725465" y="3554084"/>
            <a:ext cx="1224045" cy="83299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B9E0034-897B-7F66-E273-A7879FFE4FD7}"/>
              </a:ext>
            </a:extLst>
          </p:cNvPr>
          <p:cNvSpPr/>
          <p:nvPr/>
        </p:nvSpPr>
        <p:spPr>
          <a:xfrm>
            <a:off x="5828445" y="2961378"/>
            <a:ext cx="530888" cy="46634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D939EDC-F36C-2382-7AF2-2F9706C94415}"/>
              </a:ext>
            </a:extLst>
          </p:cNvPr>
          <p:cNvSpPr txBox="1"/>
          <p:nvPr/>
        </p:nvSpPr>
        <p:spPr>
          <a:xfrm>
            <a:off x="11210704" y="4447405"/>
            <a:ext cx="825136" cy="954107"/>
          </a:xfrm>
          <a:prstGeom prst="rect">
            <a:avLst/>
          </a:prstGeom>
          <a:noFill/>
        </p:spPr>
        <p:txBody>
          <a:bodyPr wrap="square" rtlCol="0">
            <a:spAutoFit/>
          </a:bodyPr>
          <a:lstStyle/>
          <a:p>
            <a:r>
              <a:rPr lang="en-US" sz="1400" dirty="0"/>
              <a:t>Particles from the </a:t>
            </a:r>
            <a:r>
              <a:rPr lang="en-US" sz="1400" b="1" dirty="0">
                <a:solidFill>
                  <a:srgbClr val="FF0000"/>
                </a:solidFill>
              </a:rPr>
              <a:t>beam core</a:t>
            </a:r>
          </a:p>
        </p:txBody>
      </p:sp>
      <p:cxnSp>
        <p:nvCxnSpPr>
          <p:cNvPr id="16" name="Straight Arrow Connector 15">
            <a:extLst>
              <a:ext uri="{FF2B5EF4-FFF2-40B4-BE49-F238E27FC236}">
                <a16:creationId xmlns:a16="http://schemas.microsoft.com/office/drawing/2014/main" id="{46795A8A-341C-AC43-3D16-014AD015DB11}"/>
              </a:ext>
            </a:extLst>
          </p:cNvPr>
          <p:cNvCxnSpPr>
            <a:cxnSpLocks/>
            <a:stCxn id="15" idx="1"/>
          </p:cNvCxnSpPr>
          <p:nvPr/>
        </p:nvCxnSpPr>
        <p:spPr>
          <a:xfrm flipH="1" flipV="1">
            <a:off x="9734550" y="4185008"/>
            <a:ext cx="1476154" cy="73945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7" name="Oval 16">
            <a:extLst>
              <a:ext uri="{FF2B5EF4-FFF2-40B4-BE49-F238E27FC236}">
                <a16:creationId xmlns:a16="http://schemas.microsoft.com/office/drawing/2014/main" id="{9973BB94-8463-9317-A47E-2CA7E3E09B39}"/>
              </a:ext>
            </a:extLst>
          </p:cNvPr>
          <p:cNvSpPr/>
          <p:nvPr/>
        </p:nvSpPr>
        <p:spPr>
          <a:xfrm>
            <a:off x="6475265" y="2945633"/>
            <a:ext cx="289046" cy="46634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82F3C4-7F91-5F44-E549-4D3F37B5EAC5}"/>
              </a:ext>
            </a:extLst>
          </p:cNvPr>
          <p:cNvSpPr/>
          <p:nvPr/>
        </p:nvSpPr>
        <p:spPr>
          <a:xfrm>
            <a:off x="5360613" y="2961378"/>
            <a:ext cx="289046" cy="46634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E5FC55C-6FF6-C9E8-2ED6-E4F6E69BC693}"/>
              </a:ext>
            </a:extLst>
          </p:cNvPr>
          <p:cNvSpPr/>
          <p:nvPr/>
        </p:nvSpPr>
        <p:spPr>
          <a:xfrm rot="2205452">
            <a:off x="9656106" y="2561999"/>
            <a:ext cx="720516" cy="839690"/>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014EBDCC-1238-48C0-924E-3F18CAFABDBF}"/>
              </a:ext>
            </a:extLst>
          </p:cNvPr>
          <p:cNvCxnSpPr>
            <a:cxnSpLocks/>
            <a:stCxn id="11" idx="3"/>
          </p:cNvCxnSpPr>
          <p:nvPr/>
        </p:nvCxnSpPr>
        <p:spPr>
          <a:xfrm flipH="1" flipV="1">
            <a:off x="10311617" y="3178803"/>
            <a:ext cx="863922" cy="250197"/>
          </a:xfrm>
          <a:prstGeom prst="straightConnector1">
            <a:avLst/>
          </a:prstGeom>
          <a:ln w="3810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F95FE46-3473-9846-6596-899EDBA96438}"/>
              </a:ext>
            </a:extLst>
          </p:cNvPr>
          <p:cNvSpPr txBox="1"/>
          <p:nvPr/>
        </p:nvSpPr>
        <p:spPr>
          <a:xfrm>
            <a:off x="11177928" y="3267202"/>
            <a:ext cx="886686" cy="954107"/>
          </a:xfrm>
          <a:prstGeom prst="rect">
            <a:avLst/>
          </a:prstGeom>
          <a:noFill/>
        </p:spPr>
        <p:txBody>
          <a:bodyPr wrap="square" rtlCol="0">
            <a:spAutoFit/>
          </a:bodyPr>
          <a:lstStyle/>
          <a:p>
            <a:r>
              <a:rPr lang="en-US" sz="1400" dirty="0"/>
              <a:t>Particles from the </a:t>
            </a:r>
            <a:r>
              <a:rPr lang="en-US" sz="1400" b="1" dirty="0">
                <a:solidFill>
                  <a:schemeClr val="accent6"/>
                </a:solidFill>
              </a:rPr>
              <a:t>beam tails</a:t>
            </a:r>
          </a:p>
        </p:txBody>
      </p:sp>
    </p:spTree>
    <p:extLst>
      <p:ext uri="{BB962C8B-B14F-4D97-AF65-F5344CB8AC3E}">
        <p14:creationId xmlns:p14="http://schemas.microsoft.com/office/powerpoint/2010/main" val="719408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3" grpId="0" animBg="1"/>
      <p:bldP spid="14" grpId="0" animBg="1"/>
      <p:bldP spid="15" grpId="0"/>
      <p:bldP spid="17" grpId="0" animBg="1"/>
      <p:bldP spid="18" grpId="0" animBg="1"/>
      <p:bldP spid="19" grpId="0" animBg="1"/>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C463-D679-F572-75D7-BA0AE6EE63A0}"/>
              </a:ext>
            </a:extLst>
          </p:cNvPr>
          <p:cNvSpPr>
            <a:spLocks noGrp="1"/>
          </p:cNvSpPr>
          <p:nvPr>
            <p:ph type="title"/>
          </p:nvPr>
        </p:nvSpPr>
        <p:spPr/>
        <p:txBody>
          <a:bodyPr/>
          <a:lstStyle/>
          <a:p>
            <a:r>
              <a:rPr lang="en-US" dirty="0"/>
              <a:t>Beam dynamics in PSB</a:t>
            </a:r>
          </a:p>
        </p:txBody>
      </p:sp>
      <p:sp>
        <p:nvSpPr>
          <p:cNvPr id="3" name="Slide Number Placeholder 2">
            <a:extLst>
              <a:ext uri="{FF2B5EF4-FFF2-40B4-BE49-F238E27FC236}">
                <a16:creationId xmlns:a16="http://schemas.microsoft.com/office/drawing/2014/main" id="{03500DC5-A6A2-10C8-F2FF-DA032225BE4D}"/>
              </a:ext>
            </a:extLst>
          </p:cNvPr>
          <p:cNvSpPr>
            <a:spLocks noGrp="1"/>
          </p:cNvSpPr>
          <p:nvPr>
            <p:ph type="sldNum" sz="quarter" idx="12"/>
          </p:nvPr>
        </p:nvSpPr>
        <p:spPr/>
        <p:txBody>
          <a:bodyPr/>
          <a:lstStyle/>
          <a:p>
            <a:fld id="{A8ED8B99-2640-4528-BE06-488F2B48F17D}" type="slidenum">
              <a:rPr lang="el-GR" smtClean="0"/>
              <a:pPr/>
              <a:t>29</a:t>
            </a:fld>
            <a:endParaRPr lang="el-GR" dirty="0"/>
          </a:p>
        </p:txBody>
      </p:sp>
      <p:sp>
        <p:nvSpPr>
          <p:cNvPr id="5" name="TextBox 4">
            <a:extLst>
              <a:ext uri="{FF2B5EF4-FFF2-40B4-BE49-F238E27FC236}">
                <a16:creationId xmlns:a16="http://schemas.microsoft.com/office/drawing/2014/main" id="{24E5DDC1-753D-CA04-62FF-E869B9B78488}"/>
              </a:ext>
            </a:extLst>
          </p:cNvPr>
          <p:cNvSpPr txBox="1"/>
          <p:nvPr/>
        </p:nvSpPr>
        <p:spPr>
          <a:xfrm>
            <a:off x="950255" y="681317"/>
            <a:ext cx="10291483" cy="461665"/>
          </a:xfrm>
          <a:prstGeom prst="rect">
            <a:avLst/>
          </a:prstGeom>
          <a:noFill/>
        </p:spPr>
        <p:txBody>
          <a:bodyPr wrap="square" rtlCol="0">
            <a:spAutoFit/>
          </a:bodyPr>
          <a:lstStyle/>
          <a:p>
            <a:pPr algn="ctr"/>
            <a:r>
              <a:rPr lang="en-CH" sz="2400" b="1" dirty="0">
                <a:solidFill>
                  <a:schemeClr val="tx2"/>
                </a:solidFill>
              </a:rPr>
              <a:t>PSB performance is dominated by space charge and resonances.</a:t>
            </a:r>
          </a:p>
        </p:txBody>
      </p:sp>
      <p:sp>
        <p:nvSpPr>
          <p:cNvPr id="6" name="TextBox 5">
            <a:extLst>
              <a:ext uri="{FF2B5EF4-FFF2-40B4-BE49-F238E27FC236}">
                <a16:creationId xmlns:a16="http://schemas.microsoft.com/office/drawing/2014/main" id="{627709BE-F30C-C3EA-4483-CE7BC9D31AC8}"/>
              </a:ext>
            </a:extLst>
          </p:cNvPr>
          <p:cNvSpPr txBox="1"/>
          <p:nvPr/>
        </p:nvSpPr>
        <p:spPr>
          <a:xfrm>
            <a:off x="129776" y="1576383"/>
            <a:ext cx="3678148" cy="3170099"/>
          </a:xfrm>
          <a:prstGeom prst="rect">
            <a:avLst/>
          </a:prstGeom>
          <a:noFill/>
        </p:spPr>
        <p:txBody>
          <a:bodyPr wrap="square" rtlCol="0">
            <a:spAutoFit/>
          </a:bodyPr>
          <a:lstStyle/>
          <a:p>
            <a:pPr marL="285750" indent="-285750">
              <a:buFont typeface="Wingdings" pitchFamily="2" charset="2"/>
              <a:buChar char="§"/>
            </a:pPr>
            <a:r>
              <a:rPr lang="en-US" sz="1600" dirty="0"/>
              <a:t>Direct space charge induces a spread in the tune of the particles.</a:t>
            </a:r>
          </a:p>
          <a:p>
            <a:pPr marL="742950" lvl="1" indent="-285750">
              <a:buFont typeface="Wingdings" pitchFamily="2" charset="2"/>
              <a:buChar char="Ø"/>
            </a:pPr>
            <a:r>
              <a:rPr lang="en-US" sz="1200" dirty="0"/>
              <a:t>Defocusing depends on the particle’s amplitude: </a:t>
            </a:r>
            <a:r>
              <a:rPr lang="en-US" sz="1200" b="1" dirty="0">
                <a:solidFill>
                  <a:srgbClr val="FF0000"/>
                </a:solidFill>
              </a:rPr>
              <a:t>larger tune shift </a:t>
            </a:r>
            <a:r>
              <a:rPr lang="en-US" sz="1200" dirty="0"/>
              <a:t>for the particles in the </a:t>
            </a:r>
            <a:r>
              <a:rPr lang="en-US" sz="1200" b="1" dirty="0">
                <a:solidFill>
                  <a:srgbClr val="FF0000"/>
                </a:solidFill>
              </a:rPr>
              <a:t>beam core</a:t>
            </a:r>
            <a:r>
              <a:rPr lang="en-US" sz="1200" dirty="0"/>
              <a:t>.</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dirty="0"/>
              <a:t>Machine imperfections (field perturbations, misalignments, …) can excite resonances.</a:t>
            </a:r>
          </a:p>
          <a:p>
            <a:pPr marL="742950" lvl="1" indent="-285750">
              <a:buFont typeface="Wingdings" pitchFamily="2" charset="2"/>
              <a:buChar char="Ø"/>
            </a:pPr>
            <a:r>
              <a:rPr lang="en-US" sz="1200" dirty="0"/>
              <a:t>Resonances are identified and corrected experimentally using available multipole correctors.</a:t>
            </a:r>
          </a:p>
          <a:p>
            <a:pPr marL="285750" indent="-285750">
              <a:buFont typeface="Wingdings" pitchFamily="2" charset="2"/>
              <a:buChar char="§"/>
            </a:pPr>
            <a:endParaRPr lang="en-US" sz="1600" dirty="0"/>
          </a:p>
        </p:txBody>
      </p:sp>
      <p:pic>
        <p:nvPicPr>
          <p:cNvPr id="7" name="Picture 2">
            <a:extLst>
              <a:ext uri="{FF2B5EF4-FFF2-40B4-BE49-F238E27FC236}">
                <a16:creationId xmlns:a16="http://schemas.microsoft.com/office/drawing/2014/main" id="{3ED46106-1E8D-7A7D-9030-A140B7858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4291" y="2262753"/>
            <a:ext cx="3333376" cy="33333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79616E-5143-0D9C-E25E-CC7796BF5B84}"/>
                  </a:ext>
                </a:extLst>
              </p:cNvPr>
              <p:cNvSpPr txBox="1"/>
              <p:nvPr/>
            </p:nvSpPr>
            <p:spPr>
              <a:xfrm>
                <a:off x="4273570" y="1712859"/>
                <a:ext cx="3678148" cy="668260"/>
              </a:xfrm>
              <a:prstGeom prst="rect">
                <a:avLst/>
              </a:prstGeom>
              <a:noFill/>
            </p:spPr>
            <p:txBody>
              <a:bodyPr wrap="square" rtlCol="0">
                <a:spAutoFit/>
              </a:bodyPr>
              <a:lstStyle/>
              <a:p>
                <a:pPr algn="ctr"/>
                <a:r>
                  <a:rPr lang="en-CH" dirty="0"/>
                  <a:t>Resonance condition: </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  </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m:rPr>
                          <m:nor/>
                        </m:rPr>
                        <a:rPr lang="en-CH"/>
                        <m:t>ℤ</m:t>
                      </m:r>
                    </m:oMath>
                  </m:oMathPara>
                </a14:m>
                <a:endParaRPr lang="en-CH" dirty="0"/>
              </a:p>
            </p:txBody>
          </p:sp>
        </mc:Choice>
        <mc:Fallback xmlns="">
          <p:sp>
            <p:nvSpPr>
              <p:cNvPr id="8" name="TextBox 7">
                <a:extLst>
                  <a:ext uri="{FF2B5EF4-FFF2-40B4-BE49-F238E27FC236}">
                    <a16:creationId xmlns:a16="http://schemas.microsoft.com/office/drawing/2014/main" id="{8B79616E-5143-0D9C-E25E-CC7796BF5B84}"/>
                  </a:ext>
                </a:extLst>
              </p:cNvPr>
              <p:cNvSpPr txBox="1">
                <a:spLocks noRot="1" noChangeAspect="1" noMove="1" noResize="1" noEditPoints="1" noAdjustHandles="1" noChangeArrowheads="1" noChangeShapeType="1" noTextEdit="1"/>
              </p:cNvSpPr>
              <p:nvPr/>
            </p:nvSpPr>
            <p:spPr>
              <a:xfrm>
                <a:off x="4273570" y="1712859"/>
                <a:ext cx="3678148" cy="668260"/>
              </a:xfrm>
              <a:prstGeom prst="rect">
                <a:avLst/>
              </a:prstGeom>
              <a:blipFill>
                <a:blip r:embed="rId3"/>
                <a:stretch>
                  <a:fillRect t="-3704" b="-370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75639DF-32C3-953E-E26B-C3A5459C0EE1}"/>
              </a:ext>
            </a:extLst>
          </p:cNvPr>
          <p:cNvSpPr txBox="1"/>
          <p:nvPr/>
        </p:nvSpPr>
        <p:spPr>
          <a:xfrm>
            <a:off x="4526143" y="4465236"/>
            <a:ext cx="3678148" cy="1477328"/>
          </a:xfrm>
          <a:prstGeom prst="rect">
            <a:avLst/>
          </a:prstGeom>
          <a:noFill/>
        </p:spPr>
        <p:txBody>
          <a:bodyPr wrap="square">
            <a:spAutoFit/>
          </a:bodyPr>
          <a:lstStyle/>
          <a:p>
            <a:r>
              <a:rPr lang="en-CH" dirty="0"/>
              <a:t>Motion near a resonance can become unstable and particles might get lost! Need to </a:t>
            </a:r>
            <a:r>
              <a:rPr lang="en-CH" b="1" dirty="0">
                <a:solidFill>
                  <a:schemeClr val="tx2"/>
                </a:solidFill>
              </a:rPr>
              <a:t>tune the machine in a “resonance free”</a:t>
            </a:r>
            <a:r>
              <a:rPr lang="en-CH" dirty="0">
                <a:solidFill>
                  <a:schemeClr val="tx2"/>
                </a:solidFill>
              </a:rPr>
              <a:t> </a:t>
            </a:r>
            <a:r>
              <a:rPr lang="en-CH" dirty="0"/>
              <a:t>region. </a:t>
            </a:r>
          </a:p>
        </p:txBody>
      </p:sp>
      <p:sp>
        <p:nvSpPr>
          <p:cNvPr id="10" name="TextBox 9">
            <a:extLst>
              <a:ext uri="{FF2B5EF4-FFF2-40B4-BE49-F238E27FC236}">
                <a16:creationId xmlns:a16="http://schemas.microsoft.com/office/drawing/2014/main" id="{3401382D-CD7B-8306-4C2D-672D86E4B40C}"/>
              </a:ext>
            </a:extLst>
          </p:cNvPr>
          <p:cNvSpPr txBox="1"/>
          <p:nvPr/>
        </p:nvSpPr>
        <p:spPr>
          <a:xfrm>
            <a:off x="4526143" y="3170671"/>
            <a:ext cx="3173002" cy="646331"/>
          </a:xfrm>
          <a:prstGeom prst="rect">
            <a:avLst/>
          </a:prstGeom>
          <a:noFill/>
        </p:spPr>
        <p:txBody>
          <a:bodyPr wrap="square">
            <a:spAutoFit/>
          </a:bodyPr>
          <a:lstStyle/>
          <a:p>
            <a:r>
              <a:rPr lang="en-CH" dirty="0"/>
              <a:t>Resonances are represented with lines in the tune diagram. </a:t>
            </a:r>
          </a:p>
        </p:txBody>
      </p:sp>
    </p:spTree>
    <p:extLst>
      <p:ext uri="{BB962C8B-B14F-4D97-AF65-F5344CB8AC3E}">
        <p14:creationId xmlns:p14="http://schemas.microsoft.com/office/powerpoint/2010/main" val="274089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fade">
                                      <p:cBhvr>
                                        <p:cTn id="10" dur="500"/>
                                        <p:tgtEl>
                                          <p:spTgt spid="6">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60FE-0655-CC3E-F959-D3E9A7E6243C}"/>
              </a:ext>
            </a:extLst>
          </p:cNvPr>
          <p:cNvSpPr>
            <a:spLocks noGrp="1"/>
          </p:cNvSpPr>
          <p:nvPr>
            <p:ph type="title"/>
          </p:nvPr>
        </p:nvSpPr>
        <p:spPr/>
        <p:txBody>
          <a:bodyPr/>
          <a:lstStyle/>
          <a:p>
            <a:r>
              <a:rPr lang="en-US" dirty="0"/>
              <a:t>Beam dynamics in PSB</a:t>
            </a:r>
          </a:p>
        </p:txBody>
      </p:sp>
      <p:sp>
        <p:nvSpPr>
          <p:cNvPr id="3" name="Slide Number Placeholder 2">
            <a:extLst>
              <a:ext uri="{FF2B5EF4-FFF2-40B4-BE49-F238E27FC236}">
                <a16:creationId xmlns:a16="http://schemas.microsoft.com/office/drawing/2014/main" id="{998A0796-3B2E-19D0-B35A-C06E2A267DB2}"/>
              </a:ext>
            </a:extLst>
          </p:cNvPr>
          <p:cNvSpPr>
            <a:spLocks noGrp="1"/>
          </p:cNvSpPr>
          <p:nvPr>
            <p:ph type="sldNum" sz="quarter" idx="12"/>
          </p:nvPr>
        </p:nvSpPr>
        <p:spPr/>
        <p:txBody>
          <a:bodyPr/>
          <a:lstStyle/>
          <a:p>
            <a:fld id="{A8ED8B99-2640-4528-BE06-488F2B48F17D}" type="slidenum">
              <a:rPr lang="el-GR" smtClean="0"/>
              <a:pPr/>
              <a:t>30</a:t>
            </a:fld>
            <a:endParaRPr lang="el-GR" dirty="0"/>
          </a:p>
        </p:txBody>
      </p:sp>
      <p:sp>
        <p:nvSpPr>
          <p:cNvPr id="5" name="TextBox 4">
            <a:extLst>
              <a:ext uri="{FF2B5EF4-FFF2-40B4-BE49-F238E27FC236}">
                <a16:creationId xmlns:a16="http://schemas.microsoft.com/office/drawing/2014/main" id="{93666140-0B8D-BCC4-BB68-7DB0F186422D}"/>
              </a:ext>
            </a:extLst>
          </p:cNvPr>
          <p:cNvSpPr txBox="1"/>
          <p:nvPr/>
        </p:nvSpPr>
        <p:spPr>
          <a:xfrm>
            <a:off x="950255" y="681317"/>
            <a:ext cx="10291483" cy="461665"/>
          </a:xfrm>
          <a:prstGeom prst="rect">
            <a:avLst/>
          </a:prstGeom>
          <a:noFill/>
        </p:spPr>
        <p:txBody>
          <a:bodyPr wrap="square" rtlCol="0">
            <a:spAutoFit/>
          </a:bodyPr>
          <a:lstStyle/>
          <a:p>
            <a:pPr algn="ctr"/>
            <a:r>
              <a:rPr lang="en-CH" sz="2400" b="1" dirty="0">
                <a:solidFill>
                  <a:schemeClr val="tx2"/>
                </a:solidFill>
              </a:rPr>
              <a:t>PSB performance is dominated by space charge and resonances.</a:t>
            </a:r>
          </a:p>
        </p:txBody>
      </p:sp>
      <p:sp>
        <p:nvSpPr>
          <p:cNvPr id="6" name="TextBox 5">
            <a:extLst>
              <a:ext uri="{FF2B5EF4-FFF2-40B4-BE49-F238E27FC236}">
                <a16:creationId xmlns:a16="http://schemas.microsoft.com/office/drawing/2014/main" id="{04BD5169-D2FC-31CA-2FF0-F0A5060BCC24}"/>
              </a:ext>
            </a:extLst>
          </p:cNvPr>
          <p:cNvSpPr txBox="1"/>
          <p:nvPr/>
        </p:nvSpPr>
        <p:spPr>
          <a:xfrm>
            <a:off x="129776" y="1576383"/>
            <a:ext cx="3680224" cy="4154984"/>
          </a:xfrm>
          <a:prstGeom prst="rect">
            <a:avLst/>
          </a:prstGeom>
          <a:noFill/>
        </p:spPr>
        <p:txBody>
          <a:bodyPr wrap="square" rtlCol="0">
            <a:spAutoFit/>
          </a:bodyPr>
          <a:lstStyle/>
          <a:p>
            <a:pPr marL="285750" indent="-285750">
              <a:buFont typeface="Wingdings" pitchFamily="2" charset="2"/>
              <a:buChar char="§"/>
            </a:pPr>
            <a:r>
              <a:rPr lang="en-US" sz="1600" dirty="0"/>
              <a:t>Direct space charge induces a spread in the tune of the particles.</a:t>
            </a:r>
          </a:p>
          <a:p>
            <a:pPr marL="742950" lvl="1" indent="-285750">
              <a:buFont typeface="Wingdings" pitchFamily="2" charset="2"/>
              <a:buChar char="Ø"/>
            </a:pPr>
            <a:r>
              <a:rPr lang="en-US" sz="1200" dirty="0"/>
              <a:t>Defocusing depends on the particle’s amplitude: </a:t>
            </a:r>
            <a:r>
              <a:rPr lang="en-US" sz="1200" b="1" dirty="0">
                <a:solidFill>
                  <a:srgbClr val="FF0000"/>
                </a:solidFill>
              </a:rPr>
              <a:t>larger tune shift</a:t>
            </a:r>
            <a:r>
              <a:rPr lang="en-US" sz="1200" dirty="0"/>
              <a:t> for the particles in the </a:t>
            </a:r>
            <a:r>
              <a:rPr lang="en-US" sz="1200" b="1" dirty="0">
                <a:solidFill>
                  <a:srgbClr val="FF0000"/>
                </a:solidFill>
              </a:rPr>
              <a:t>beam core</a:t>
            </a:r>
            <a:r>
              <a:rPr lang="en-US" sz="1200" dirty="0"/>
              <a:t>.</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dirty="0"/>
              <a:t>Machine imperfections (field perturbations, misalignments, …) can excite resonances.</a:t>
            </a:r>
          </a:p>
          <a:p>
            <a:pPr marL="742950" lvl="1" indent="-285750">
              <a:buFont typeface="Wingdings" pitchFamily="2" charset="2"/>
              <a:buChar char="Ø"/>
            </a:pPr>
            <a:r>
              <a:rPr lang="en-US" sz="1200" dirty="0"/>
              <a:t>Resonances are identified and corrected experimentally using available multipole correctors.</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dirty="0"/>
              <a:t>Space charge detuning can drive particles to resonances.</a:t>
            </a:r>
          </a:p>
          <a:p>
            <a:pPr lvl="1"/>
            <a:endParaRPr lang="en-US" sz="1600" dirty="0"/>
          </a:p>
        </p:txBody>
      </p:sp>
      <p:pic>
        <p:nvPicPr>
          <p:cNvPr id="7" name="Picture 2">
            <a:extLst>
              <a:ext uri="{FF2B5EF4-FFF2-40B4-BE49-F238E27FC236}">
                <a16:creationId xmlns:a16="http://schemas.microsoft.com/office/drawing/2014/main" id="{0CD17790-D7B4-1D06-55D5-45C17EE03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5211" y="2816744"/>
            <a:ext cx="3001570" cy="30015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FEF0A68E-95D9-3C91-821A-A690675B8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5015" y="2816744"/>
            <a:ext cx="3001570" cy="30015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E7CC3CD-DA7F-1B96-D8C4-0920B42D8D0E}"/>
              </a:ext>
            </a:extLst>
          </p:cNvPr>
          <p:cNvSpPr txBox="1"/>
          <p:nvPr/>
        </p:nvSpPr>
        <p:spPr>
          <a:xfrm>
            <a:off x="4321630" y="1871321"/>
            <a:ext cx="3543908" cy="923330"/>
          </a:xfrm>
          <a:prstGeom prst="rect">
            <a:avLst/>
          </a:prstGeom>
          <a:noFill/>
        </p:spPr>
        <p:txBody>
          <a:bodyPr wrap="square" rtlCol="0">
            <a:spAutoFit/>
          </a:bodyPr>
          <a:lstStyle/>
          <a:p>
            <a:pPr algn="ctr"/>
            <a:r>
              <a:rPr lang="en-CH" dirty="0"/>
              <a:t>Low amplitude particles (beam core) interact with the resonance: </a:t>
            </a:r>
            <a:r>
              <a:rPr lang="en-CH" b="1" dirty="0">
                <a:solidFill>
                  <a:srgbClr val="FF0000"/>
                </a:solidFill>
              </a:rPr>
              <a:t>emittance blow-up</a:t>
            </a:r>
          </a:p>
        </p:txBody>
      </p:sp>
      <p:sp>
        <p:nvSpPr>
          <p:cNvPr id="10" name="TextBox 9">
            <a:extLst>
              <a:ext uri="{FF2B5EF4-FFF2-40B4-BE49-F238E27FC236}">
                <a16:creationId xmlns:a16="http://schemas.microsoft.com/office/drawing/2014/main" id="{C5BD46CA-32DF-01C7-D940-78A971535588}"/>
              </a:ext>
            </a:extLst>
          </p:cNvPr>
          <p:cNvSpPr txBox="1"/>
          <p:nvPr/>
        </p:nvSpPr>
        <p:spPr>
          <a:xfrm>
            <a:off x="8639111" y="1871321"/>
            <a:ext cx="3333377" cy="923330"/>
          </a:xfrm>
          <a:prstGeom prst="rect">
            <a:avLst/>
          </a:prstGeom>
          <a:noFill/>
        </p:spPr>
        <p:txBody>
          <a:bodyPr wrap="square" rtlCol="0">
            <a:spAutoFit/>
          </a:bodyPr>
          <a:lstStyle/>
          <a:p>
            <a:pPr algn="ctr"/>
            <a:r>
              <a:rPr lang="en-CH" dirty="0"/>
              <a:t>High amplitude particles (beam tails) interact with the resonance: </a:t>
            </a:r>
            <a:r>
              <a:rPr lang="en-CH" b="1" dirty="0">
                <a:solidFill>
                  <a:srgbClr val="FF0000"/>
                </a:solidFill>
              </a:rPr>
              <a:t>losses</a:t>
            </a:r>
          </a:p>
        </p:txBody>
      </p:sp>
    </p:spTree>
    <p:extLst>
      <p:ext uri="{BB962C8B-B14F-4D97-AF65-F5344CB8AC3E}">
        <p14:creationId xmlns:p14="http://schemas.microsoft.com/office/powerpoint/2010/main" val="427797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animEffect transition="in" filter="fade">
                                      <p:cBhvr>
                                        <p:cTn id="7" dur="500"/>
                                        <p:tgtEl>
                                          <p:spTgt spid="6">
                                            <p:txEl>
                                              <p:pRg st="8" end="8"/>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AA46-775F-74CD-4AAB-97591C398E33}"/>
              </a:ext>
            </a:extLst>
          </p:cNvPr>
          <p:cNvSpPr>
            <a:spLocks noGrp="1"/>
          </p:cNvSpPr>
          <p:nvPr>
            <p:ph type="title"/>
          </p:nvPr>
        </p:nvSpPr>
        <p:spPr/>
        <p:txBody>
          <a:bodyPr/>
          <a:lstStyle/>
          <a:p>
            <a:r>
              <a:rPr lang="en-US" dirty="0"/>
              <a:t>Beam dynamics in PSB</a:t>
            </a:r>
          </a:p>
        </p:txBody>
      </p:sp>
      <p:sp>
        <p:nvSpPr>
          <p:cNvPr id="3" name="Slide Number Placeholder 2">
            <a:extLst>
              <a:ext uri="{FF2B5EF4-FFF2-40B4-BE49-F238E27FC236}">
                <a16:creationId xmlns:a16="http://schemas.microsoft.com/office/drawing/2014/main" id="{B19B5C32-D77F-6B45-A5F1-A80A2B4A0980}"/>
              </a:ext>
            </a:extLst>
          </p:cNvPr>
          <p:cNvSpPr>
            <a:spLocks noGrp="1"/>
          </p:cNvSpPr>
          <p:nvPr>
            <p:ph type="sldNum" sz="quarter" idx="12"/>
          </p:nvPr>
        </p:nvSpPr>
        <p:spPr/>
        <p:txBody>
          <a:bodyPr/>
          <a:lstStyle/>
          <a:p>
            <a:fld id="{A8ED8B99-2640-4528-BE06-488F2B48F17D}" type="slidenum">
              <a:rPr lang="el-GR" smtClean="0"/>
              <a:pPr/>
              <a:t>31</a:t>
            </a:fld>
            <a:endParaRPr lang="el-GR" dirty="0"/>
          </a:p>
        </p:txBody>
      </p:sp>
      <p:sp>
        <p:nvSpPr>
          <p:cNvPr id="5" name="TextBox 4">
            <a:extLst>
              <a:ext uri="{FF2B5EF4-FFF2-40B4-BE49-F238E27FC236}">
                <a16:creationId xmlns:a16="http://schemas.microsoft.com/office/drawing/2014/main" id="{B23AD45A-EEAE-1B1D-D88E-52CBD1A3E6D5}"/>
              </a:ext>
            </a:extLst>
          </p:cNvPr>
          <p:cNvSpPr txBox="1"/>
          <p:nvPr/>
        </p:nvSpPr>
        <p:spPr>
          <a:xfrm>
            <a:off x="950255" y="681317"/>
            <a:ext cx="10291483" cy="461665"/>
          </a:xfrm>
          <a:prstGeom prst="rect">
            <a:avLst/>
          </a:prstGeom>
          <a:noFill/>
        </p:spPr>
        <p:txBody>
          <a:bodyPr wrap="square" rtlCol="0">
            <a:spAutoFit/>
          </a:bodyPr>
          <a:lstStyle/>
          <a:p>
            <a:pPr algn="ctr"/>
            <a:r>
              <a:rPr lang="en-CH" sz="2400" b="1" dirty="0">
                <a:solidFill>
                  <a:schemeClr val="tx2"/>
                </a:solidFill>
              </a:rPr>
              <a:t>PSB performance is dominated by space charge and resonances.</a:t>
            </a:r>
          </a:p>
        </p:txBody>
      </p:sp>
      <p:sp>
        <p:nvSpPr>
          <p:cNvPr id="6" name="TextBox 5">
            <a:extLst>
              <a:ext uri="{FF2B5EF4-FFF2-40B4-BE49-F238E27FC236}">
                <a16:creationId xmlns:a16="http://schemas.microsoft.com/office/drawing/2014/main" id="{456E02AE-CBDA-D274-8EB1-39A01A2D8433}"/>
              </a:ext>
            </a:extLst>
          </p:cNvPr>
          <p:cNvSpPr txBox="1"/>
          <p:nvPr/>
        </p:nvSpPr>
        <p:spPr>
          <a:xfrm>
            <a:off x="129776" y="1576383"/>
            <a:ext cx="3750179" cy="5139869"/>
          </a:xfrm>
          <a:prstGeom prst="rect">
            <a:avLst/>
          </a:prstGeom>
          <a:noFill/>
        </p:spPr>
        <p:txBody>
          <a:bodyPr wrap="square" rtlCol="0">
            <a:spAutoFit/>
          </a:bodyPr>
          <a:lstStyle/>
          <a:p>
            <a:pPr marL="285750" indent="-285750">
              <a:buFont typeface="Wingdings" pitchFamily="2" charset="2"/>
              <a:buChar char="§"/>
            </a:pPr>
            <a:r>
              <a:rPr lang="en-US" sz="1600" dirty="0"/>
              <a:t>Direct space charge induces a spread in the tune of the particles.</a:t>
            </a:r>
          </a:p>
          <a:p>
            <a:pPr marL="742950" lvl="1" indent="-285750">
              <a:buFont typeface="Wingdings" pitchFamily="2" charset="2"/>
              <a:buChar char="Ø"/>
            </a:pPr>
            <a:r>
              <a:rPr lang="en-US" sz="1200" dirty="0"/>
              <a:t>Defocusing depends on the particle’s amplitude: </a:t>
            </a:r>
            <a:r>
              <a:rPr lang="en-US" sz="1200" b="1" dirty="0">
                <a:solidFill>
                  <a:srgbClr val="FF0000"/>
                </a:solidFill>
              </a:rPr>
              <a:t>larger tune shift</a:t>
            </a:r>
            <a:r>
              <a:rPr lang="en-US" sz="1200" dirty="0"/>
              <a:t> for the particles in the </a:t>
            </a:r>
            <a:r>
              <a:rPr lang="en-US" sz="1200" b="1" dirty="0">
                <a:solidFill>
                  <a:srgbClr val="FF0000"/>
                </a:solidFill>
              </a:rPr>
              <a:t>beam core</a:t>
            </a:r>
            <a:r>
              <a:rPr lang="en-US" sz="1200" dirty="0"/>
              <a:t>.</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dirty="0"/>
              <a:t>Machine imperfections (field perturbations, misalignments, …) can excite resonances.</a:t>
            </a:r>
          </a:p>
          <a:p>
            <a:pPr marL="742950" lvl="1" indent="-285750">
              <a:buFont typeface="Wingdings" pitchFamily="2" charset="2"/>
              <a:buChar char="Ø"/>
            </a:pPr>
            <a:r>
              <a:rPr lang="en-US" sz="1200" dirty="0"/>
              <a:t>Resonances are identified and corrected experimentally using available multipole correctors.</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dirty="0"/>
              <a:t>Space charge detuning can drive particles to resonances.</a:t>
            </a:r>
          </a:p>
          <a:p>
            <a:pPr marL="285750" indent="-285750">
              <a:buFont typeface="Wingdings" pitchFamily="2" charset="2"/>
              <a:buChar char="§"/>
            </a:pPr>
            <a:endParaRPr lang="en-US" sz="1600" dirty="0"/>
          </a:p>
          <a:p>
            <a:pPr marL="285750" indent="-285750">
              <a:buFont typeface="Wingdings" pitchFamily="2" charset="2"/>
              <a:buChar char="§"/>
            </a:pPr>
            <a:endParaRPr lang="en-US" sz="1600" dirty="0"/>
          </a:p>
          <a:p>
            <a:pPr marL="285750" indent="-285750">
              <a:buFont typeface="Wingdings" pitchFamily="2" charset="2"/>
              <a:buChar char="§"/>
            </a:pPr>
            <a:r>
              <a:rPr lang="en-US" sz="1600" b="1" dirty="0">
                <a:solidFill>
                  <a:schemeClr val="tx2"/>
                </a:solidFill>
              </a:rPr>
              <a:t>The PSB beam brightness is limited by space charge.</a:t>
            </a:r>
          </a:p>
          <a:p>
            <a:pPr lvl="1"/>
            <a:endParaRPr lang="en-US" sz="1600" dirty="0"/>
          </a:p>
        </p:txBody>
      </p:sp>
      <p:pic>
        <p:nvPicPr>
          <p:cNvPr id="7" name="Picture 6">
            <a:extLst>
              <a:ext uri="{FF2B5EF4-FFF2-40B4-BE49-F238E27FC236}">
                <a16:creationId xmlns:a16="http://schemas.microsoft.com/office/drawing/2014/main" id="{6650735B-5DCF-E738-442E-A0CED58E6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3140" y="1723060"/>
            <a:ext cx="3666132" cy="3666132"/>
          </a:xfrm>
          <a:prstGeom prst="rect">
            <a:avLst/>
          </a:prstGeom>
        </p:spPr>
      </p:pic>
      <p:cxnSp>
        <p:nvCxnSpPr>
          <p:cNvPr id="8" name="Straight Connector 7">
            <a:extLst>
              <a:ext uri="{FF2B5EF4-FFF2-40B4-BE49-F238E27FC236}">
                <a16:creationId xmlns:a16="http://schemas.microsoft.com/office/drawing/2014/main" id="{FC702853-A24E-257F-2BEE-2F2C35103685}"/>
              </a:ext>
            </a:extLst>
          </p:cNvPr>
          <p:cNvCxnSpPr>
            <a:cxnSpLocks/>
          </p:cNvCxnSpPr>
          <p:nvPr/>
        </p:nvCxnSpPr>
        <p:spPr>
          <a:xfrm>
            <a:off x="8398507" y="4050197"/>
            <a:ext cx="2922105"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5764238-BF51-736A-54BF-3BC146465F66}"/>
              </a:ext>
            </a:extLst>
          </p:cNvPr>
          <p:cNvCxnSpPr>
            <a:cxnSpLocks/>
            <a:stCxn id="10" idx="2"/>
          </p:cNvCxnSpPr>
          <p:nvPr/>
        </p:nvCxnSpPr>
        <p:spPr>
          <a:xfrm>
            <a:off x="9564929" y="1988571"/>
            <a:ext cx="0" cy="2990458"/>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6CE831-A3C3-FA03-F9E4-FE5F3CF5F634}"/>
                  </a:ext>
                </a:extLst>
              </p:cNvPr>
              <p:cNvSpPr txBox="1"/>
              <p:nvPr/>
            </p:nvSpPr>
            <p:spPr>
              <a:xfrm>
                <a:off x="9039955" y="1711572"/>
                <a:ext cx="104994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00B050"/>
                          </a:solidFill>
                          <a:latin typeface="Cambria Math" panose="02040503050406030204" pitchFamily="18" charset="0"/>
                        </a:rPr>
                        <m:t>𝟒</m:t>
                      </m:r>
                      <m:sSub>
                        <m:sSubPr>
                          <m:ctrlPr>
                            <a:rPr lang="en-US" sz="1200" b="1" i="1" smtClean="0">
                              <a:solidFill>
                                <a:srgbClr val="00B050"/>
                              </a:solidFill>
                              <a:latin typeface="Cambria Math" panose="02040503050406030204" pitchFamily="18" charset="0"/>
                            </a:rPr>
                          </m:ctrlPr>
                        </m:sSubPr>
                        <m:e>
                          <m:r>
                            <a:rPr lang="en-US" sz="1200" b="1" i="1" smtClean="0">
                              <a:solidFill>
                                <a:srgbClr val="00B050"/>
                              </a:solidFill>
                              <a:latin typeface="Cambria Math" panose="02040503050406030204" pitchFamily="18" charset="0"/>
                            </a:rPr>
                            <m:t>𝑸</m:t>
                          </m:r>
                        </m:e>
                        <m:sub>
                          <m:r>
                            <a:rPr lang="en-US" sz="1200" b="1" i="1" smtClean="0">
                              <a:solidFill>
                                <a:srgbClr val="00B050"/>
                              </a:solidFill>
                              <a:latin typeface="Cambria Math" panose="02040503050406030204" pitchFamily="18" charset="0"/>
                            </a:rPr>
                            <m:t>𝒙</m:t>
                          </m:r>
                        </m:sub>
                      </m:sSub>
                      <m:r>
                        <a:rPr lang="en-US" sz="1200" b="1" i="1" smtClean="0">
                          <a:solidFill>
                            <a:srgbClr val="00B050"/>
                          </a:solidFill>
                          <a:latin typeface="Cambria Math" panose="02040503050406030204" pitchFamily="18" charset="0"/>
                        </a:rPr>
                        <m:t>=</m:t>
                      </m:r>
                      <m:r>
                        <a:rPr lang="en-US" sz="1200" b="1" i="1" smtClean="0">
                          <a:solidFill>
                            <a:srgbClr val="00B050"/>
                          </a:solidFill>
                          <a:latin typeface="Cambria Math" panose="02040503050406030204" pitchFamily="18" charset="0"/>
                        </a:rPr>
                        <m:t>𝟏𝟔</m:t>
                      </m:r>
                    </m:oMath>
                  </m:oMathPara>
                </a14:m>
                <a:endParaRPr lang="en-US" sz="1200" b="1" dirty="0">
                  <a:solidFill>
                    <a:srgbClr val="00B050"/>
                  </a:solidFill>
                </a:endParaRPr>
              </a:p>
            </p:txBody>
          </p:sp>
        </mc:Choice>
        <mc:Fallback xmlns="">
          <p:sp>
            <p:nvSpPr>
              <p:cNvPr id="10" name="TextBox 9">
                <a:extLst>
                  <a:ext uri="{FF2B5EF4-FFF2-40B4-BE49-F238E27FC236}">
                    <a16:creationId xmlns:a16="http://schemas.microsoft.com/office/drawing/2014/main" id="{846CE831-A3C3-FA03-F9E4-FE5F3CF5F634}"/>
                  </a:ext>
                </a:extLst>
              </p:cNvPr>
              <p:cNvSpPr txBox="1">
                <a:spLocks noRot="1" noChangeAspect="1" noMove="1" noResize="1" noEditPoints="1" noAdjustHandles="1" noChangeArrowheads="1" noChangeShapeType="1" noTextEdit="1"/>
              </p:cNvSpPr>
              <p:nvPr/>
            </p:nvSpPr>
            <p:spPr>
              <a:xfrm>
                <a:off x="9039955" y="1711572"/>
                <a:ext cx="1049948" cy="276999"/>
              </a:xfrm>
              <a:prstGeom prst="rect">
                <a:avLst/>
              </a:prstGeom>
              <a:blipFill>
                <a:blip r:embed="rId3"/>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2B297FC-5402-C7FD-A910-D6C2F0DE84AF}"/>
                  </a:ext>
                </a:extLst>
              </p:cNvPr>
              <p:cNvSpPr txBox="1"/>
              <p:nvPr/>
            </p:nvSpPr>
            <p:spPr>
              <a:xfrm>
                <a:off x="11177206" y="3903202"/>
                <a:ext cx="982830" cy="293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00B050"/>
                          </a:solidFill>
                          <a:latin typeface="Cambria Math" panose="02040503050406030204" pitchFamily="18" charset="0"/>
                        </a:rPr>
                        <m:t>𝟒</m:t>
                      </m:r>
                      <m:sSub>
                        <m:sSubPr>
                          <m:ctrlPr>
                            <a:rPr lang="en-US" sz="1200" b="1" i="1" smtClean="0">
                              <a:solidFill>
                                <a:srgbClr val="00B050"/>
                              </a:solidFill>
                              <a:latin typeface="Cambria Math" panose="02040503050406030204" pitchFamily="18" charset="0"/>
                            </a:rPr>
                          </m:ctrlPr>
                        </m:sSubPr>
                        <m:e>
                          <m:r>
                            <a:rPr lang="en-US" sz="1200" b="1" i="1" smtClean="0">
                              <a:solidFill>
                                <a:srgbClr val="00B050"/>
                              </a:solidFill>
                              <a:latin typeface="Cambria Math" panose="02040503050406030204" pitchFamily="18" charset="0"/>
                            </a:rPr>
                            <m:t>𝑸</m:t>
                          </m:r>
                        </m:e>
                        <m:sub>
                          <m:r>
                            <a:rPr lang="en-US" sz="1200" b="1" i="1" smtClean="0">
                              <a:solidFill>
                                <a:srgbClr val="00B050"/>
                              </a:solidFill>
                              <a:latin typeface="Cambria Math" panose="02040503050406030204" pitchFamily="18" charset="0"/>
                            </a:rPr>
                            <m:t>𝒚</m:t>
                          </m:r>
                        </m:sub>
                      </m:sSub>
                      <m:r>
                        <a:rPr lang="en-US" sz="1200" b="1" i="1" smtClean="0">
                          <a:solidFill>
                            <a:srgbClr val="00B050"/>
                          </a:solidFill>
                          <a:latin typeface="Cambria Math" panose="02040503050406030204" pitchFamily="18" charset="0"/>
                        </a:rPr>
                        <m:t>=</m:t>
                      </m:r>
                      <m:r>
                        <a:rPr lang="en-US" sz="1200" b="1" i="1" smtClean="0">
                          <a:solidFill>
                            <a:srgbClr val="00B050"/>
                          </a:solidFill>
                          <a:latin typeface="Cambria Math" panose="02040503050406030204" pitchFamily="18" charset="0"/>
                        </a:rPr>
                        <m:t>𝟏𝟔</m:t>
                      </m:r>
                    </m:oMath>
                  </m:oMathPara>
                </a14:m>
                <a:endParaRPr lang="en-US" sz="1200" b="1" dirty="0">
                  <a:solidFill>
                    <a:srgbClr val="00B050"/>
                  </a:solidFill>
                </a:endParaRPr>
              </a:p>
            </p:txBody>
          </p:sp>
        </mc:Choice>
        <mc:Fallback xmlns="">
          <p:sp>
            <p:nvSpPr>
              <p:cNvPr id="11" name="TextBox 10">
                <a:extLst>
                  <a:ext uri="{FF2B5EF4-FFF2-40B4-BE49-F238E27FC236}">
                    <a16:creationId xmlns:a16="http://schemas.microsoft.com/office/drawing/2014/main" id="{C2B297FC-5402-C7FD-A910-D6C2F0DE84AF}"/>
                  </a:ext>
                </a:extLst>
              </p:cNvPr>
              <p:cNvSpPr txBox="1">
                <a:spLocks noRot="1" noChangeAspect="1" noMove="1" noResize="1" noEditPoints="1" noAdjustHandles="1" noChangeArrowheads="1" noChangeShapeType="1" noTextEdit="1"/>
              </p:cNvSpPr>
              <p:nvPr/>
            </p:nvSpPr>
            <p:spPr>
              <a:xfrm>
                <a:off x="11177206" y="3903202"/>
                <a:ext cx="982830" cy="293991"/>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6AF839B2-EDF9-1858-87FF-B09F78672D9D}"/>
              </a:ext>
            </a:extLst>
          </p:cNvPr>
          <p:cNvSpPr txBox="1"/>
          <p:nvPr/>
        </p:nvSpPr>
        <p:spPr>
          <a:xfrm>
            <a:off x="4318861" y="1620030"/>
            <a:ext cx="3452733" cy="1200329"/>
          </a:xfrm>
          <a:prstGeom prst="rect">
            <a:avLst/>
          </a:prstGeom>
          <a:noFill/>
        </p:spPr>
        <p:txBody>
          <a:bodyPr wrap="square" rtlCol="0">
            <a:spAutoFit/>
          </a:bodyPr>
          <a:lstStyle/>
          <a:p>
            <a:r>
              <a:rPr lang="en-CH" dirty="0"/>
              <a:t>For high beam intensities (high space charge), the detuning is so large that the emittance blows-up by the </a:t>
            </a:r>
            <a:r>
              <a:rPr lang="en-CH" b="1" dirty="0">
                <a:solidFill>
                  <a:srgbClr val="00B050"/>
                </a:solidFill>
              </a:rPr>
              <a:t>integer resonances</a:t>
            </a:r>
            <a:r>
              <a:rPr lang="en-CH" dirty="0"/>
              <a:t>.</a:t>
            </a:r>
            <a:r>
              <a:rPr lang="en-CH" b="1" dirty="0">
                <a:solidFill>
                  <a:srgbClr val="00B050"/>
                </a:solidFill>
              </a:rPr>
              <a:t> </a:t>
            </a:r>
          </a:p>
        </p:txBody>
      </p:sp>
      <p:pic>
        <p:nvPicPr>
          <p:cNvPr id="13" name="Picture 2">
            <a:extLst>
              <a:ext uri="{FF2B5EF4-FFF2-40B4-BE49-F238E27FC236}">
                <a16:creationId xmlns:a16="http://schemas.microsoft.com/office/drawing/2014/main" id="{67712F93-C483-1106-2CDB-21824AA149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575" y="4183514"/>
            <a:ext cx="2820830" cy="241135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90C585F-A1CB-CC9E-31BF-3001D7594C6E}"/>
              </a:ext>
            </a:extLst>
          </p:cNvPr>
          <p:cNvSpPr txBox="1"/>
          <p:nvPr/>
        </p:nvSpPr>
        <p:spPr>
          <a:xfrm>
            <a:off x="4302690" y="3232960"/>
            <a:ext cx="3485073" cy="923330"/>
          </a:xfrm>
          <a:prstGeom prst="rect">
            <a:avLst/>
          </a:prstGeom>
          <a:noFill/>
        </p:spPr>
        <p:txBody>
          <a:bodyPr wrap="square">
            <a:spAutoFit/>
          </a:bodyPr>
          <a:lstStyle/>
          <a:p>
            <a:r>
              <a:rPr lang="en-CH" dirty="0"/>
              <a:t>The higher the intensity, the higher the emittance: </a:t>
            </a:r>
            <a:r>
              <a:rPr lang="en-CH" b="1" dirty="0">
                <a:solidFill>
                  <a:schemeClr val="tx2"/>
                </a:solidFill>
              </a:rPr>
              <a:t>constant brightness</a:t>
            </a:r>
            <a:r>
              <a:rPr lang="en-CH" dirty="0">
                <a:solidFill>
                  <a:schemeClr val="tx2"/>
                </a:solidFill>
              </a:rPr>
              <a:t>.</a:t>
            </a:r>
          </a:p>
        </p:txBody>
      </p:sp>
    </p:spTree>
    <p:extLst>
      <p:ext uri="{BB962C8B-B14F-4D97-AF65-F5344CB8AC3E}">
        <p14:creationId xmlns:p14="http://schemas.microsoft.com/office/powerpoint/2010/main" val="127362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animEffect transition="in" filter="fade">
                                      <p:cBhvr>
                                        <p:cTn id="7" dur="500"/>
                                        <p:tgtEl>
                                          <p:spTgt spid="6">
                                            <p:txEl>
                                              <p:pRg st="11"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293750"/>
      </p:ext>
    </p:extLst>
  </p:cSld>
  <p:clrMapOvr>
    <a:masterClrMapping/>
  </p:clrMapOvr>
</p:sld>
</file>

<file path=ppt/theme/theme1.xml><?xml version="1.0" encoding="utf-8"?>
<a:theme xmlns:a="http://schemas.openxmlformats.org/drawingml/2006/main" name="Office 2013 - 2022 Theme">
  <a:themeElements>
    <a:clrScheme name="My custom palette">
      <a:dk1>
        <a:srgbClr val="000000"/>
      </a:dk1>
      <a:lt1>
        <a:srgbClr val="FFFFFF"/>
      </a:lt1>
      <a:dk2>
        <a:srgbClr val="0033A0"/>
      </a:dk2>
      <a:lt2>
        <a:srgbClr val="FFFFFF"/>
      </a:lt2>
      <a:accent1>
        <a:srgbClr val="FF991E"/>
      </a:accent1>
      <a:accent2>
        <a:srgbClr val="0099CC"/>
      </a:accent2>
      <a:accent3>
        <a:srgbClr val="006699"/>
      </a:accent3>
      <a:accent4>
        <a:srgbClr val="6600CC"/>
      </a:accent4>
      <a:accent5>
        <a:srgbClr val="C80000"/>
      </a:accent5>
      <a:accent6>
        <a:srgbClr val="6B8E23"/>
      </a:accent6>
      <a:hlink>
        <a:srgbClr val="6699FD"/>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61105</TotalTime>
  <Words>1325</Words>
  <Application>Microsoft Macintosh PowerPoint</Application>
  <PresentationFormat>Widescreen</PresentationFormat>
  <Paragraphs>178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Cambria Math</vt:lpstr>
      <vt:lpstr>Wingdings</vt:lpstr>
      <vt:lpstr>Office 2013 - 2022 Theme</vt:lpstr>
      <vt:lpstr>PowerPoint Presentation</vt:lpstr>
      <vt:lpstr>Introduction to the Proton Synchrotron Booster (PSB)  Accelerator, beams &amp; measurements</vt:lpstr>
      <vt:lpstr>Outline</vt:lpstr>
      <vt:lpstr>CERN accelerator complex &amp; facilities</vt:lpstr>
      <vt:lpstr>CERN accelerator complex &amp; facilities</vt:lpstr>
      <vt:lpstr>CERN accelerator complex &amp; facilities</vt:lpstr>
      <vt:lpstr>CERN accelerator complex &amp; facilities</vt:lpstr>
      <vt:lpstr>CERN accelerator complex &amp; facilities</vt:lpstr>
      <vt:lpstr>CERN accelerator complex &amp; facilities</vt:lpstr>
      <vt:lpstr>CERN accelerator complex &amp; facilities</vt:lpstr>
      <vt:lpstr>PSB layout</vt:lpstr>
      <vt:lpstr>PSB layout</vt:lpstr>
      <vt:lpstr>PSB layout</vt:lpstr>
      <vt:lpstr>Beam delivery – supercycles</vt:lpstr>
      <vt:lpstr>Beam delivery – supercycles</vt:lpstr>
      <vt:lpstr>Beam delivery – supercycles</vt:lpstr>
      <vt:lpstr>PSB beam instrumentation</vt:lpstr>
      <vt:lpstr>PSB beam instrumentation</vt:lpstr>
      <vt:lpstr>PSB beam instrumentation</vt:lpstr>
      <vt:lpstr>PSB beam instrumentation</vt:lpstr>
      <vt:lpstr>PSB beam instrumentation</vt:lpstr>
      <vt:lpstr>Relevant beam dynamics in the PSB</vt:lpstr>
      <vt:lpstr>Data acquisition</vt:lpstr>
      <vt:lpstr>Measurements of today</vt:lpstr>
      <vt:lpstr>Getting familiar</vt:lpstr>
      <vt:lpstr>PSB brightness characterization</vt:lpstr>
      <vt:lpstr>Space charge &amp; resonances</vt:lpstr>
      <vt:lpstr>Beam dynamics in PSB</vt:lpstr>
      <vt:lpstr>Beam dynamics in PSB</vt:lpstr>
      <vt:lpstr>Beam dynamics in PSB</vt:lpstr>
      <vt:lpstr>Beam dynamics in PSB</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Tirsi Preb</cp:lastModifiedBy>
  <cp:revision>1643</cp:revision>
  <dcterms:created xsi:type="dcterms:W3CDTF">2019-09-01T21:36:22Z</dcterms:created>
  <dcterms:modified xsi:type="dcterms:W3CDTF">2025-05-09T13:14:33Z</dcterms:modified>
  <cp:category/>
</cp:coreProperties>
</file>